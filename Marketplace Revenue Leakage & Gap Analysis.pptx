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DM Sans Black"/>
      <p:bold r:id="rId18"/>
      <p:boldItalic r:id="rId19"/>
    </p:embeddedFont>
    <p:embeddedFont>
      <p:font typeface="Newsreader"/>
      <p:regular r:id="rId20"/>
      <p:bold r:id="rId21"/>
      <p:italic r:id="rId22"/>
      <p:boldItalic r:id="rId23"/>
    </p:embeddedFont>
    <p:embeddedFont>
      <p:font typeface="DM Sans Light"/>
      <p:regular r:id="rId24"/>
      <p:bold r:id="rId25"/>
      <p:italic r:id="rId26"/>
      <p:boldItalic r:id="rId27"/>
    </p:embeddedFont>
    <p:embeddedFont>
      <p:font typeface="DM Sans SemiBold"/>
      <p:regular r:id="rId28"/>
      <p:bold r:id="rId29"/>
      <p:italic r:id="rId30"/>
      <p:boldItalic r:id="rId31"/>
    </p:embeddedFont>
    <p:embeddedFont>
      <p:font typeface="DM Sans"/>
      <p:regular r:id="rId32"/>
      <p:bold r:id="rId33"/>
      <p:italic r:id="rId34"/>
      <p:boldItalic r:id="rId35"/>
    </p:embeddedFont>
    <p:embeddedFont>
      <p:font typeface="Newsreader SemiBold"/>
      <p:regular r:id="rId36"/>
      <p:bold r:id="rId37"/>
      <p:italic r:id="rId38"/>
      <p:boldItalic r:id="rId39"/>
    </p:embeddedFont>
    <p:embeddedFont>
      <p:font typeface="Archivo Black"/>
      <p:regular r:id="rId40"/>
    </p:embeddedFont>
    <p:embeddedFont>
      <p:font typeface="Playfair Display Black"/>
      <p:bold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3" roundtripDataSignature="AMtx7mhXQhYvhBCxq8VZxnpgO0Lh9hxo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chivoBlack-regular.fntdata"/><Relationship Id="rId42" Type="http://schemas.openxmlformats.org/officeDocument/2006/relationships/font" Target="fonts/PlayfairDisplayBlack-boldItalic.fntdata"/><Relationship Id="rId41" Type="http://schemas.openxmlformats.org/officeDocument/2006/relationships/font" Target="fonts/PlayfairDisplayBlack-bold.fntdata"/><Relationship Id="rId4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SemiBold-boldItalic.fntdata"/><Relationship Id="rId30" Type="http://schemas.openxmlformats.org/officeDocument/2006/relationships/font" Target="fonts/DMSansSemiBold-italic.fntdata"/><Relationship Id="rId33" Type="http://schemas.openxmlformats.org/officeDocument/2006/relationships/font" Target="fonts/DMSans-bold.fntdata"/><Relationship Id="rId32" Type="http://schemas.openxmlformats.org/officeDocument/2006/relationships/font" Target="fonts/DMSans-regular.fntdata"/><Relationship Id="rId35" Type="http://schemas.openxmlformats.org/officeDocument/2006/relationships/font" Target="fonts/DMSans-boldItalic.fntdata"/><Relationship Id="rId34" Type="http://schemas.openxmlformats.org/officeDocument/2006/relationships/font" Target="fonts/DMSans-italic.fntdata"/><Relationship Id="rId37" Type="http://schemas.openxmlformats.org/officeDocument/2006/relationships/font" Target="fonts/NewsreaderSemiBold-bold.fntdata"/><Relationship Id="rId36" Type="http://schemas.openxmlformats.org/officeDocument/2006/relationships/font" Target="fonts/NewsreaderSemiBold-regular.fntdata"/><Relationship Id="rId39" Type="http://schemas.openxmlformats.org/officeDocument/2006/relationships/font" Target="fonts/NewsreaderSemiBold-boldItalic.fntdata"/><Relationship Id="rId38" Type="http://schemas.openxmlformats.org/officeDocument/2006/relationships/font" Target="fonts/NewsreaderSemiBold-italic.fntdata"/><Relationship Id="rId20" Type="http://schemas.openxmlformats.org/officeDocument/2006/relationships/font" Target="fonts/Newsreader-regular.fntdata"/><Relationship Id="rId22" Type="http://schemas.openxmlformats.org/officeDocument/2006/relationships/font" Target="fonts/Newsreader-italic.fntdata"/><Relationship Id="rId21" Type="http://schemas.openxmlformats.org/officeDocument/2006/relationships/font" Target="fonts/Newsreader-bold.fntdata"/><Relationship Id="rId24" Type="http://schemas.openxmlformats.org/officeDocument/2006/relationships/font" Target="fonts/DMSansLight-regular.fntdata"/><Relationship Id="rId23" Type="http://schemas.openxmlformats.org/officeDocument/2006/relationships/font" Target="fonts/Newsreader-boldItalic.fntdata"/><Relationship Id="rId26" Type="http://schemas.openxmlformats.org/officeDocument/2006/relationships/font" Target="fonts/DMSansLight-italic.fntdata"/><Relationship Id="rId25" Type="http://schemas.openxmlformats.org/officeDocument/2006/relationships/font" Target="fonts/DMSansLight-bold.fntdata"/><Relationship Id="rId28" Type="http://schemas.openxmlformats.org/officeDocument/2006/relationships/font" Target="fonts/DMSansSemiBold-regular.fntdata"/><Relationship Id="rId27" Type="http://schemas.openxmlformats.org/officeDocument/2006/relationships/font" Target="fonts/DMSansLight-boldItalic.fntdata"/><Relationship Id="rId29" Type="http://schemas.openxmlformats.org/officeDocument/2006/relationships/font" Target="fonts/DMSansSemiBold-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DMSansBlack-boldItalic.fntdata"/><Relationship Id="rId18" Type="http://schemas.openxmlformats.org/officeDocument/2006/relationships/font" Target="fonts/DMSansBlac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8" name="Google Shape;48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5" name="Google Shape;5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3" name="Google Shape;5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0" name="Google Shape;55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7" name="Google Shape;55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9" name="Shape 9"/>
        <p:cNvGrpSpPr/>
        <p:nvPr/>
      </p:nvGrpSpPr>
      <p:grpSpPr>
        <a:xfrm>
          <a:off x="0" y="0"/>
          <a:ext cx="0" cy="0"/>
          <a:chOff x="0" y="0"/>
          <a:chExt cx="0" cy="0"/>
        </a:xfrm>
      </p:grpSpPr>
      <p:sp>
        <p:nvSpPr>
          <p:cNvPr id="10" name="Google Shape;10;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 name="Google Shape;11;p1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2" name="Google Shape;12;p14"/>
          <p:cNvSpPr txBox="1"/>
          <p:nvPr>
            <p:ph idx="2" type="subTitle"/>
          </p:nvPr>
        </p:nvSpPr>
        <p:spPr>
          <a:xfrm>
            <a:off x="3154650" y="1051772"/>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13" name="Google Shape;13;p14"/>
          <p:cNvSpPr txBox="1"/>
          <p:nvPr>
            <p:ph type="title"/>
          </p:nvPr>
        </p:nvSpPr>
        <p:spPr>
          <a:xfrm>
            <a:off x="3154650" y="1801500"/>
            <a:ext cx="5622000" cy="28320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2800"/>
            </a:lvl1pPr>
            <a:lvl2pPr lvl="1" algn="l">
              <a:lnSpc>
                <a:spcPct val="90000"/>
              </a:lnSpc>
              <a:spcBef>
                <a:spcPts val="0"/>
              </a:spcBef>
              <a:spcAft>
                <a:spcPts val="0"/>
              </a:spcAft>
              <a:buSzPts val="1400"/>
              <a:buNone/>
              <a:defRPr sz="2800"/>
            </a:lvl2pPr>
            <a:lvl3pPr lvl="2" algn="l">
              <a:lnSpc>
                <a:spcPct val="90000"/>
              </a:lnSpc>
              <a:spcBef>
                <a:spcPts val="0"/>
              </a:spcBef>
              <a:spcAft>
                <a:spcPts val="0"/>
              </a:spcAft>
              <a:buSzPts val="1400"/>
              <a:buNone/>
              <a:defRPr sz="2800"/>
            </a:lvl3pPr>
            <a:lvl4pPr lvl="3" algn="l">
              <a:lnSpc>
                <a:spcPct val="90000"/>
              </a:lnSpc>
              <a:spcBef>
                <a:spcPts val="0"/>
              </a:spcBef>
              <a:spcAft>
                <a:spcPts val="0"/>
              </a:spcAft>
              <a:buSzPts val="1400"/>
              <a:buNone/>
              <a:defRPr sz="2800"/>
            </a:lvl4pPr>
            <a:lvl5pPr lvl="4" algn="l">
              <a:lnSpc>
                <a:spcPct val="90000"/>
              </a:lnSpc>
              <a:spcBef>
                <a:spcPts val="0"/>
              </a:spcBef>
              <a:spcAft>
                <a:spcPts val="0"/>
              </a:spcAft>
              <a:buSzPts val="1400"/>
              <a:buNone/>
              <a:defRPr sz="2800"/>
            </a:lvl5pPr>
            <a:lvl6pPr lvl="5" algn="l">
              <a:lnSpc>
                <a:spcPct val="90000"/>
              </a:lnSpc>
              <a:spcBef>
                <a:spcPts val="0"/>
              </a:spcBef>
              <a:spcAft>
                <a:spcPts val="0"/>
              </a:spcAft>
              <a:buSzPts val="1400"/>
              <a:buNone/>
              <a:defRPr sz="2800"/>
            </a:lvl6pPr>
            <a:lvl7pPr lvl="6" algn="l">
              <a:lnSpc>
                <a:spcPct val="90000"/>
              </a:lnSpc>
              <a:spcBef>
                <a:spcPts val="0"/>
              </a:spcBef>
              <a:spcAft>
                <a:spcPts val="0"/>
              </a:spcAft>
              <a:buSzPts val="1400"/>
              <a:buNone/>
              <a:defRPr sz="2800"/>
            </a:lvl7pPr>
            <a:lvl8pPr lvl="7" algn="l">
              <a:lnSpc>
                <a:spcPct val="90000"/>
              </a:lnSpc>
              <a:spcBef>
                <a:spcPts val="0"/>
              </a:spcBef>
              <a:spcAft>
                <a:spcPts val="0"/>
              </a:spcAft>
              <a:buSzPts val="1400"/>
              <a:buNone/>
              <a:defRPr sz="2800"/>
            </a:lvl8pPr>
            <a:lvl9pPr lvl="8" algn="l">
              <a:lnSpc>
                <a:spcPct val="90000"/>
              </a:lnSpc>
              <a:spcBef>
                <a:spcPts val="0"/>
              </a:spcBef>
              <a:spcAft>
                <a:spcPts val="0"/>
              </a:spcAft>
              <a:buSzPts val="1400"/>
              <a:buNone/>
              <a:defRPr sz="2800"/>
            </a:lvl9pPr>
          </a:lstStyle>
          <a:p/>
        </p:txBody>
      </p:sp>
      <p:sp>
        <p:nvSpPr>
          <p:cNvPr id="14" name="Google Shape;14;p1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15" name="Shape 15"/>
        <p:cNvGrpSpPr/>
        <p:nvPr/>
      </p:nvGrpSpPr>
      <p:grpSpPr>
        <a:xfrm>
          <a:off x="0" y="0"/>
          <a:ext cx="0" cy="0"/>
          <a:chOff x="0" y="0"/>
          <a:chExt cx="0" cy="0"/>
        </a:xfrm>
      </p:grpSpPr>
      <p:sp>
        <p:nvSpPr>
          <p:cNvPr id="16" name="Google Shape;16;p15"/>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1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19" name="Shape 19"/>
        <p:cNvGrpSpPr/>
        <p:nvPr/>
      </p:nvGrpSpPr>
      <p:grpSpPr>
        <a:xfrm>
          <a:off x="0" y="0"/>
          <a:ext cx="0" cy="0"/>
          <a:chOff x="0" y="0"/>
          <a:chExt cx="0" cy="0"/>
        </a:xfrm>
      </p:grpSpPr>
      <p:sp>
        <p:nvSpPr>
          <p:cNvPr id="20" name="Google Shape;20;p16"/>
          <p:cNvSpPr txBox="1"/>
          <p:nvPr>
            <p:ph type="title"/>
          </p:nvPr>
        </p:nvSpPr>
        <p:spPr>
          <a:xfrm>
            <a:off x="361975" y="957403"/>
            <a:ext cx="56274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1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23" name="Google Shape;23;p16"/>
          <p:cNvSpPr txBox="1"/>
          <p:nvPr>
            <p:ph idx="2" type="subTitle"/>
          </p:nvPr>
        </p:nvSpPr>
        <p:spPr>
          <a:xfrm>
            <a:off x="362125"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4" name="Google Shape;24;p16"/>
          <p:cNvSpPr txBox="1"/>
          <p:nvPr>
            <p:ph idx="3" type="subTitle"/>
          </p:nvPr>
        </p:nvSpPr>
        <p:spPr>
          <a:xfrm>
            <a:off x="3154650"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5" name="Google Shape;25;p16"/>
          <p:cNvSpPr txBox="1"/>
          <p:nvPr>
            <p:ph idx="4" type="subTitle"/>
          </p:nvPr>
        </p:nvSpPr>
        <p:spPr>
          <a:xfrm>
            <a:off x="6216650" y="1853425"/>
            <a:ext cx="2061600" cy="237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 name="Google Shape;26;p16"/>
          <p:cNvSpPr txBox="1"/>
          <p:nvPr>
            <p:ph idx="5" type="subTitle"/>
          </p:nvPr>
        </p:nvSpPr>
        <p:spPr>
          <a:xfrm>
            <a:off x="362125" y="2206700"/>
            <a:ext cx="2575800" cy="12483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27" name="Shape 27"/>
        <p:cNvGrpSpPr/>
        <p:nvPr/>
      </p:nvGrpSpPr>
      <p:grpSpPr>
        <a:xfrm>
          <a:off x="0" y="0"/>
          <a:ext cx="0" cy="0"/>
          <a:chOff x="0" y="0"/>
          <a:chExt cx="0" cy="0"/>
        </a:xfrm>
      </p:grpSpPr>
      <p:sp>
        <p:nvSpPr>
          <p:cNvPr id="28" name="Google Shape;28;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9" name="Google Shape;29;p17"/>
          <p:cNvSpPr txBox="1"/>
          <p:nvPr>
            <p:ph type="title"/>
          </p:nvPr>
        </p:nvSpPr>
        <p:spPr>
          <a:xfrm>
            <a:off x="361975" y="988557"/>
            <a:ext cx="50184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30" name="Google Shape;30;p17"/>
          <p:cNvSpPr txBox="1"/>
          <p:nvPr>
            <p:ph idx="1"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1" name="Google Shape;31;p17"/>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32" name="Shape 32"/>
        <p:cNvGrpSpPr/>
        <p:nvPr/>
      </p:nvGrpSpPr>
      <p:grpSpPr>
        <a:xfrm>
          <a:off x="0" y="0"/>
          <a:ext cx="0" cy="0"/>
          <a:chOff x="0" y="0"/>
          <a:chExt cx="0" cy="0"/>
        </a:xfrm>
      </p:grpSpPr>
      <p:sp>
        <p:nvSpPr>
          <p:cNvPr id="33" name="Google Shape;33;p18"/>
          <p:cNvSpPr txBox="1"/>
          <p:nvPr>
            <p:ph idx="1" type="subTitle"/>
          </p:nvPr>
        </p:nvSpPr>
        <p:spPr>
          <a:xfrm>
            <a:off x="361975" y="2841984"/>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34" name="Google Shape;34;p18"/>
          <p:cNvSpPr txBox="1"/>
          <p:nvPr>
            <p:ph type="title"/>
          </p:nvPr>
        </p:nvSpPr>
        <p:spPr>
          <a:xfrm>
            <a:off x="361975" y="962100"/>
            <a:ext cx="4163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35" name="Google Shape;35;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6" name="Google Shape;36;p18"/>
          <p:cNvSpPr txBox="1"/>
          <p:nvPr>
            <p:ph idx="2"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37" name="Google Shape;37;p18"/>
          <p:cNvSpPr txBox="1"/>
          <p:nvPr>
            <p:ph idx="3" type="subTitle"/>
          </p:nvPr>
        </p:nvSpPr>
        <p:spPr>
          <a:xfrm>
            <a:off x="4909675" y="2841984"/>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38" name="Google Shape;38;p18"/>
          <p:cNvSpPr txBox="1"/>
          <p:nvPr>
            <p:ph idx="4" type="subTitle"/>
          </p:nvPr>
        </p:nvSpPr>
        <p:spPr>
          <a:xfrm>
            <a:off x="361975" y="3493626"/>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39" name="Google Shape;39;p18"/>
          <p:cNvSpPr txBox="1"/>
          <p:nvPr>
            <p:ph idx="5" type="subTitle"/>
          </p:nvPr>
        </p:nvSpPr>
        <p:spPr>
          <a:xfrm>
            <a:off x="4909675" y="3493626"/>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0" name="Google Shape;40;p18"/>
          <p:cNvSpPr txBox="1"/>
          <p:nvPr>
            <p:ph idx="6" type="subTitle"/>
          </p:nvPr>
        </p:nvSpPr>
        <p:spPr>
          <a:xfrm>
            <a:off x="361975" y="4145267"/>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
        <p:nvSpPr>
          <p:cNvPr id="41" name="Google Shape;41;p18"/>
          <p:cNvSpPr txBox="1"/>
          <p:nvPr>
            <p:ph idx="7" type="subTitle"/>
          </p:nvPr>
        </p:nvSpPr>
        <p:spPr>
          <a:xfrm>
            <a:off x="4909675" y="4145267"/>
            <a:ext cx="3154800" cy="219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800"/>
              <a:buNone/>
              <a:defRPr sz="1800">
                <a:solidFill>
                  <a:schemeClr val="dk1"/>
                </a:solidFill>
              </a:defRPr>
            </a:lvl1pPr>
            <a:lvl2pPr lvl="1" algn="l">
              <a:lnSpc>
                <a:spcPct val="115000"/>
              </a:lnSpc>
              <a:spcBef>
                <a:spcPts val="0"/>
              </a:spcBef>
              <a:spcAft>
                <a:spcPts val="0"/>
              </a:spcAft>
              <a:buClr>
                <a:schemeClr val="dk1"/>
              </a:buClr>
              <a:buSzPts val="1800"/>
              <a:buNone/>
              <a:defRPr sz="1800">
                <a:solidFill>
                  <a:schemeClr val="dk1"/>
                </a:solidFill>
              </a:defRPr>
            </a:lvl2pPr>
            <a:lvl3pPr lvl="2" algn="l">
              <a:lnSpc>
                <a:spcPct val="115000"/>
              </a:lnSpc>
              <a:spcBef>
                <a:spcPts val="0"/>
              </a:spcBef>
              <a:spcAft>
                <a:spcPts val="0"/>
              </a:spcAft>
              <a:buClr>
                <a:schemeClr val="dk1"/>
              </a:buClr>
              <a:buSzPts val="1800"/>
              <a:buNone/>
              <a:defRPr sz="1800">
                <a:solidFill>
                  <a:schemeClr val="dk1"/>
                </a:solidFill>
              </a:defRPr>
            </a:lvl3pPr>
            <a:lvl4pPr lvl="3" algn="l">
              <a:lnSpc>
                <a:spcPct val="115000"/>
              </a:lnSpc>
              <a:spcBef>
                <a:spcPts val="0"/>
              </a:spcBef>
              <a:spcAft>
                <a:spcPts val="0"/>
              </a:spcAft>
              <a:buClr>
                <a:schemeClr val="dk1"/>
              </a:buClr>
              <a:buSzPts val="1800"/>
              <a:buNone/>
              <a:defRPr sz="1800">
                <a:solidFill>
                  <a:schemeClr val="dk1"/>
                </a:solidFill>
              </a:defRPr>
            </a:lvl4pPr>
            <a:lvl5pPr lvl="4" algn="l">
              <a:lnSpc>
                <a:spcPct val="115000"/>
              </a:lnSpc>
              <a:spcBef>
                <a:spcPts val="0"/>
              </a:spcBef>
              <a:spcAft>
                <a:spcPts val="0"/>
              </a:spcAft>
              <a:buClr>
                <a:schemeClr val="dk1"/>
              </a:buClr>
              <a:buSzPts val="1800"/>
              <a:buNone/>
              <a:defRPr sz="1800">
                <a:solidFill>
                  <a:schemeClr val="dk1"/>
                </a:solidFill>
              </a:defRPr>
            </a:lvl5pPr>
            <a:lvl6pPr lvl="5" algn="l">
              <a:lnSpc>
                <a:spcPct val="115000"/>
              </a:lnSpc>
              <a:spcBef>
                <a:spcPts val="0"/>
              </a:spcBef>
              <a:spcAft>
                <a:spcPts val="0"/>
              </a:spcAft>
              <a:buClr>
                <a:schemeClr val="dk1"/>
              </a:buClr>
              <a:buSzPts val="1800"/>
              <a:buNone/>
              <a:defRPr sz="1800">
                <a:solidFill>
                  <a:schemeClr val="dk1"/>
                </a:solidFill>
              </a:defRPr>
            </a:lvl6pPr>
            <a:lvl7pPr lvl="6" algn="l">
              <a:lnSpc>
                <a:spcPct val="115000"/>
              </a:lnSpc>
              <a:spcBef>
                <a:spcPts val="0"/>
              </a:spcBef>
              <a:spcAft>
                <a:spcPts val="0"/>
              </a:spcAft>
              <a:buClr>
                <a:schemeClr val="dk1"/>
              </a:buClr>
              <a:buSzPts val="1800"/>
              <a:buNone/>
              <a:defRPr sz="1800">
                <a:solidFill>
                  <a:schemeClr val="dk1"/>
                </a:solidFill>
              </a:defRPr>
            </a:lvl7pPr>
            <a:lvl8pPr lvl="7" algn="l">
              <a:lnSpc>
                <a:spcPct val="115000"/>
              </a:lnSpc>
              <a:spcBef>
                <a:spcPts val="0"/>
              </a:spcBef>
              <a:spcAft>
                <a:spcPts val="0"/>
              </a:spcAft>
              <a:buClr>
                <a:schemeClr val="dk1"/>
              </a:buClr>
              <a:buSzPts val="1800"/>
              <a:buNone/>
              <a:defRPr sz="1800">
                <a:solidFill>
                  <a:schemeClr val="dk1"/>
                </a:solidFill>
              </a:defRPr>
            </a:lvl8pPr>
            <a:lvl9pPr lvl="8" algn="l">
              <a:lnSpc>
                <a:spcPct val="115000"/>
              </a:lnSpc>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42" name="Shape 42"/>
        <p:cNvGrpSpPr/>
        <p:nvPr/>
      </p:nvGrpSpPr>
      <p:grpSpPr>
        <a:xfrm>
          <a:off x="0" y="0"/>
          <a:ext cx="0" cy="0"/>
          <a:chOff x="0" y="0"/>
          <a:chExt cx="0" cy="0"/>
        </a:xfrm>
      </p:grpSpPr>
      <p:sp>
        <p:nvSpPr>
          <p:cNvPr id="43" name="Google Shape;43;p1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44" name="Google Shape;44;p1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5" name="Google Shape;45;p19"/>
          <p:cNvSpPr txBox="1"/>
          <p:nvPr>
            <p:ph idx="2" type="body"/>
          </p:nvPr>
        </p:nvSpPr>
        <p:spPr>
          <a:xfrm>
            <a:off x="4845475" y="1361028"/>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46" name="Google Shape;46;p19"/>
          <p:cNvSpPr txBox="1"/>
          <p:nvPr>
            <p:ph idx="3" type="subTitle"/>
          </p:nvPr>
        </p:nvSpPr>
        <p:spPr>
          <a:xfrm>
            <a:off x="4845475" y="102837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47" name="Google Shape;47;p19"/>
          <p:cNvSpPr txBox="1"/>
          <p:nvPr>
            <p:ph idx="4" type="body"/>
          </p:nvPr>
        </p:nvSpPr>
        <p:spPr>
          <a:xfrm>
            <a:off x="4845475" y="2595865"/>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48" name="Google Shape;48;p19"/>
          <p:cNvSpPr txBox="1"/>
          <p:nvPr>
            <p:ph idx="5" type="subTitle"/>
          </p:nvPr>
        </p:nvSpPr>
        <p:spPr>
          <a:xfrm>
            <a:off x="4845475" y="2263215"/>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49" name="Google Shape;49;p19"/>
          <p:cNvSpPr txBox="1"/>
          <p:nvPr>
            <p:ph idx="6" type="body"/>
          </p:nvPr>
        </p:nvSpPr>
        <p:spPr>
          <a:xfrm>
            <a:off x="4845475" y="3870078"/>
            <a:ext cx="3382500" cy="4314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50" name="Google Shape;50;p19"/>
          <p:cNvSpPr txBox="1"/>
          <p:nvPr>
            <p:ph idx="7" type="subTitle"/>
          </p:nvPr>
        </p:nvSpPr>
        <p:spPr>
          <a:xfrm>
            <a:off x="4845475" y="353742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51" name="Google Shape;51;p19"/>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52" name="Google Shape;52;p19"/>
          <p:cNvSpPr txBox="1"/>
          <p:nvPr>
            <p:ph idx="8"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53" name="Shape 53"/>
        <p:cNvGrpSpPr/>
        <p:nvPr/>
      </p:nvGrpSpPr>
      <p:grpSpPr>
        <a:xfrm>
          <a:off x="0" y="0"/>
          <a:ext cx="0" cy="0"/>
          <a:chOff x="0" y="0"/>
          <a:chExt cx="0" cy="0"/>
        </a:xfrm>
      </p:grpSpPr>
      <p:sp>
        <p:nvSpPr>
          <p:cNvPr id="54" name="Google Shape;54;p2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5" name="Google Shape;55;p20"/>
          <p:cNvSpPr txBox="1"/>
          <p:nvPr>
            <p:ph idx="2" type="body"/>
          </p:nvPr>
        </p:nvSpPr>
        <p:spPr>
          <a:xfrm>
            <a:off x="4845475" y="998689"/>
            <a:ext cx="3382500" cy="5877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56" name="Google Shape;56;p20"/>
          <p:cNvSpPr txBox="1"/>
          <p:nvPr>
            <p:ph idx="3" type="subTitle"/>
          </p:nvPr>
        </p:nvSpPr>
        <p:spPr>
          <a:xfrm>
            <a:off x="4845475" y="666041"/>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57" name="Google Shape;57;p20"/>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8" name="Google Shape;58;p20"/>
          <p:cNvSpPr txBox="1"/>
          <p:nvPr>
            <p:ph idx="4"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59" name="Google Shape;59;p20"/>
          <p:cNvSpPr txBox="1"/>
          <p:nvPr>
            <p:ph idx="5" type="body"/>
          </p:nvPr>
        </p:nvSpPr>
        <p:spPr>
          <a:xfrm>
            <a:off x="4845475" y="3927439"/>
            <a:ext cx="3382500" cy="5877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60" name="Google Shape;60;p20"/>
          <p:cNvSpPr txBox="1"/>
          <p:nvPr>
            <p:ph idx="6" type="subTitle"/>
          </p:nvPr>
        </p:nvSpPr>
        <p:spPr>
          <a:xfrm>
            <a:off x="4845475" y="3594791"/>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1" name="Google Shape;61;p20"/>
          <p:cNvSpPr txBox="1"/>
          <p:nvPr>
            <p:ph idx="7" type="body"/>
          </p:nvPr>
        </p:nvSpPr>
        <p:spPr>
          <a:xfrm>
            <a:off x="4845475" y="2431037"/>
            <a:ext cx="3382500" cy="5877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62" name="Google Shape;62;p20"/>
          <p:cNvSpPr txBox="1"/>
          <p:nvPr>
            <p:ph idx="8" type="subTitle"/>
          </p:nvPr>
        </p:nvSpPr>
        <p:spPr>
          <a:xfrm>
            <a:off x="4845475" y="2098390"/>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63" name="Google Shape;63;p20"/>
          <p:cNvSpPr txBox="1"/>
          <p:nvPr>
            <p:ph idx="9" type="body"/>
          </p:nvPr>
        </p:nvSpPr>
        <p:spPr>
          <a:xfrm>
            <a:off x="356100" y="3243900"/>
            <a:ext cx="2798700" cy="13344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64" name="Shape 64"/>
        <p:cNvGrpSpPr/>
        <p:nvPr/>
      </p:nvGrpSpPr>
      <p:grpSpPr>
        <a:xfrm>
          <a:off x="0" y="0"/>
          <a:ext cx="0" cy="0"/>
          <a:chOff x="0" y="0"/>
          <a:chExt cx="0" cy="0"/>
        </a:xfrm>
      </p:grpSpPr>
      <p:sp>
        <p:nvSpPr>
          <p:cNvPr id="65" name="Google Shape;65;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2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67" name="Google Shape;67;p21"/>
          <p:cNvSpPr txBox="1"/>
          <p:nvPr>
            <p:ph idx="2" type="body"/>
          </p:nvPr>
        </p:nvSpPr>
        <p:spPr>
          <a:xfrm>
            <a:off x="4845475" y="1361028"/>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68" name="Google Shape;68;p21"/>
          <p:cNvSpPr txBox="1"/>
          <p:nvPr>
            <p:ph idx="3" type="subTitle"/>
          </p:nvPr>
        </p:nvSpPr>
        <p:spPr>
          <a:xfrm>
            <a:off x="4845475" y="102837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69" name="Google Shape;69;p21"/>
          <p:cNvSpPr txBox="1"/>
          <p:nvPr>
            <p:ph idx="4" type="body"/>
          </p:nvPr>
        </p:nvSpPr>
        <p:spPr>
          <a:xfrm>
            <a:off x="4845475" y="2595865"/>
            <a:ext cx="3382500" cy="431400"/>
          </a:xfrm>
          <a:prstGeom prst="rect">
            <a:avLst/>
          </a:prstGeom>
          <a:noFill/>
          <a:ln>
            <a:noFill/>
          </a:ln>
        </p:spPr>
        <p:txBody>
          <a:bodyPr anchorCtr="0" anchor="t"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70" name="Google Shape;70;p21"/>
          <p:cNvSpPr txBox="1"/>
          <p:nvPr>
            <p:ph idx="5" type="subTitle"/>
          </p:nvPr>
        </p:nvSpPr>
        <p:spPr>
          <a:xfrm>
            <a:off x="4845475" y="2263215"/>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71" name="Google Shape;71;p21"/>
          <p:cNvSpPr txBox="1"/>
          <p:nvPr>
            <p:ph idx="6" type="body"/>
          </p:nvPr>
        </p:nvSpPr>
        <p:spPr>
          <a:xfrm>
            <a:off x="4845475" y="3870078"/>
            <a:ext cx="3382500" cy="4314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SzPts val="1000"/>
              <a:buFont typeface="DM Sans"/>
              <a:buChar char="●"/>
              <a:defRPr sz="1000"/>
            </a:lvl1pPr>
            <a:lvl2pPr indent="-292100" lvl="1" marL="914400" algn="l">
              <a:lnSpc>
                <a:spcPct val="100000"/>
              </a:lnSpc>
              <a:spcBef>
                <a:spcPts val="800"/>
              </a:spcBef>
              <a:spcAft>
                <a:spcPts val="0"/>
              </a:spcAft>
              <a:buSzPts val="1000"/>
              <a:buFont typeface="DM Sans"/>
              <a:buChar char="○"/>
              <a:defRPr sz="1000"/>
            </a:lvl2pPr>
            <a:lvl3pPr indent="-292100" lvl="2" marL="1371600" algn="l">
              <a:lnSpc>
                <a:spcPct val="100000"/>
              </a:lnSpc>
              <a:spcBef>
                <a:spcPts val="800"/>
              </a:spcBef>
              <a:spcAft>
                <a:spcPts val="0"/>
              </a:spcAft>
              <a:buSzPts val="1000"/>
              <a:buFont typeface="DM Sans"/>
              <a:buChar char="■"/>
              <a:defRPr sz="1000"/>
            </a:lvl3pPr>
            <a:lvl4pPr indent="-292100" lvl="3" marL="1828800" algn="l">
              <a:lnSpc>
                <a:spcPct val="100000"/>
              </a:lnSpc>
              <a:spcBef>
                <a:spcPts val="800"/>
              </a:spcBef>
              <a:spcAft>
                <a:spcPts val="0"/>
              </a:spcAft>
              <a:buSzPts val="1000"/>
              <a:buFont typeface="DM Sans"/>
              <a:buChar char="●"/>
              <a:defRPr sz="1000"/>
            </a:lvl4pPr>
            <a:lvl5pPr indent="-292100" lvl="4" marL="2286000" algn="l">
              <a:lnSpc>
                <a:spcPct val="100000"/>
              </a:lnSpc>
              <a:spcBef>
                <a:spcPts val="800"/>
              </a:spcBef>
              <a:spcAft>
                <a:spcPts val="0"/>
              </a:spcAft>
              <a:buSzPts val="1000"/>
              <a:buFont typeface="DM Sans"/>
              <a:buChar char="○"/>
              <a:defRPr sz="1000"/>
            </a:lvl5pPr>
            <a:lvl6pPr indent="-292100" lvl="5" marL="2743200" algn="l">
              <a:lnSpc>
                <a:spcPct val="100000"/>
              </a:lnSpc>
              <a:spcBef>
                <a:spcPts val="800"/>
              </a:spcBef>
              <a:spcAft>
                <a:spcPts val="0"/>
              </a:spcAft>
              <a:buSzPts val="1000"/>
              <a:buFont typeface="DM Sans"/>
              <a:buChar char="■"/>
              <a:defRPr sz="1000"/>
            </a:lvl6pPr>
            <a:lvl7pPr indent="-292100" lvl="6" marL="3200400" algn="l">
              <a:lnSpc>
                <a:spcPct val="100000"/>
              </a:lnSpc>
              <a:spcBef>
                <a:spcPts val="800"/>
              </a:spcBef>
              <a:spcAft>
                <a:spcPts val="0"/>
              </a:spcAft>
              <a:buSzPts val="1000"/>
              <a:buFont typeface="DM Sans"/>
              <a:buChar char="●"/>
              <a:defRPr sz="1000"/>
            </a:lvl7pPr>
            <a:lvl8pPr indent="-292100" lvl="7" marL="3657600" algn="l">
              <a:lnSpc>
                <a:spcPct val="100000"/>
              </a:lnSpc>
              <a:spcBef>
                <a:spcPts val="800"/>
              </a:spcBef>
              <a:spcAft>
                <a:spcPts val="0"/>
              </a:spcAft>
              <a:buSzPts val="1000"/>
              <a:buFont typeface="DM Sans"/>
              <a:buChar char="○"/>
              <a:defRPr sz="1000"/>
            </a:lvl8pPr>
            <a:lvl9pPr indent="-292100" lvl="8" marL="4114800" algn="l">
              <a:lnSpc>
                <a:spcPct val="100000"/>
              </a:lnSpc>
              <a:spcBef>
                <a:spcPts val="800"/>
              </a:spcBef>
              <a:spcAft>
                <a:spcPts val="800"/>
              </a:spcAft>
              <a:buSzPts val="1000"/>
              <a:buFont typeface="DM Sans"/>
              <a:buChar char="■"/>
              <a:defRPr sz="1000"/>
            </a:lvl9pPr>
          </a:lstStyle>
          <a:p/>
        </p:txBody>
      </p:sp>
      <p:sp>
        <p:nvSpPr>
          <p:cNvPr id="72" name="Google Shape;72;p21"/>
          <p:cNvSpPr txBox="1"/>
          <p:nvPr>
            <p:ph idx="7" type="subTitle"/>
          </p:nvPr>
        </p:nvSpPr>
        <p:spPr>
          <a:xfrm>
            <a:off x="4845475" y="3537427"/>
            <a:ext cx="3382500" cy="2376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3" name="Google Shape;73;p21"/>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74" name="Google Shape;74;p21"/>
          <p:cNvSpPr txBox="1"/>
          <p:nvPr>
            <p:ph idx="8"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75" name="Shape 75"/>
        <p:cNvGrpSpPr/>
        <p:nvPr/>
      </p:nvGrpSpPr>
      <p:grpSpPr>
        <a:xfrm>
          <a:off x="0" y="0"/>
          <a:ext cx="0" cy="0"/>
          <a:chOff x="0" y="0"/>
          <a:chExt cx="0" cy="0"/>
        </a:xfrm>
      </p:grpSpPr>
      <p:sp>
        <p:nvSpPr>
          <p:cNvPr id="76" name="Google Shape;76;p22"/>
          <p:cNvSpPr txBox="1"/>
          <p:nvPr>
            <p:ph idx="1" type="body"/>
          </p:nvPr>
        </p:nvSpPr>
        <p:spPr>
          <a:xfrm>
            <a:off x="2610420"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77" name="Google Shape;77;p22"/>
          <p:cNvSpPr txBox="1"/>
          <p:nvPr>
            <p:ph idx="2" type="subTitle"/>
          </p:nvPr>
        </p:nvSpPr>
        <p:spPr>
          <a:xfrm>
            <a:off x="2610418"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78" name="Google Shape;7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22"/>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80" name="Google Shape;80;p22"/>
          <p:cNvSpPr txBox="1"/>
          <p:nvPr>
            <p:ph idx="4" type="body"/>
          </p:nvPr>
        </p:nvSpPr>
        <p:spPr>
          <a:xfrm>
            <a:off x="4889772"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1" name="Google Shape;81;p22"/>
          <p:cNvSpPr txBox="1"/>
          <p:nvPr>
            <p:ph idx="5" type="subTitle"/>
          </p:nvPr>
        </p:nvSpPr>
        <p:spPr>
          <a:xfrm>
            <a:off x="4889774"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2" name="Google Shape;82;p22"/>
          <p:cNvSpPr txBox="1"/>
          <p:nvPr>
            <p:ph idx="6" type="body"/>
          </p:nvPr>
        </p:nvSpPr>
        <p:spPr>
          <a:xfrm>
            <a:off x="7130875"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83" name="Google Shape;83;p22"/>
          <p:cNvSpPr txBox="1"/>
          <p:nvPr>
            <p:ph idx="7" type="subTitle"/>
          </p:nvPr>
        </p:nvSpPr>
        <p:spPr>
          <a:xfrm>
            <a:off x="7130874"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2pPr>
            <a:lvl3pPr lvl="2"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3pPr>
            <a:lvl4pPr lvl="3"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4pPr>
            <a:lvl5pPr lvl="4"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5pPr>
            <a:lvl6pPr lvl="5"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6pPr>
            <a:lvl7pPr lvl="6"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7pPr>
            <a:lvl8pPr lvl="7"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8pPr>
            <a:lvl9pPr lvl="8" algn="l">
              <a:lnSpc>
                <a:spcPct val="115000"/>
              </a:lnSpc>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4" name="Google Shape;84;p22"/>
          <p:cNvSpPr txBox="1"/>
          <p:nvPr>
            <p:ph idx="8" type="body"/>
          </p:nvPr>
        </p:nvSpPr>
        <p:spPr>
          <a:xfrm>
            <a:off x="360525" y="2943375"/>
            <a:ext cx="1645800" cy="16080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85" name="Google Shape;85;p22"/>
          <p:cNvSpPr txBox="1"/>
          <p:nvPr>
            <p:ph idx="9" type="subTitle"/>
          </p:nvPr>
        </p:nvSpPr>
        <p:spPr>
          <a:xfrm>
            <a:off x="360533" y="2169054"/>
            <a:ext cx="16458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6" name="Google Shape;86;p22"/>
          <p:cNvSpPr txBox="1"/>
          <p:nvPr>
            <p:ph idx="1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87" name="Google Shape;87;p22"/>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2200">
                <a:solidFill>
                  <a:schemeClr val="dk1"/>
                </a:solidFill>
              </a:defRPr>
            </a:lvl1pPr>
            <a:lvl2pPr lvl="1" algn="ctr">
              <a:lnSpc>
                <a:spcPct val="100000"/>
              </a:lnSpc>
              <a:spcBef>
                <a:spcPts val="0"/>
              </a:spcBef>
              <a:spcAft>
                <a:spcPts val="0"/>
              </a:spcAft>
              <a:buSzPts val="1400"/>
              <a:buNone/>
              <a:defRPr sz="2200">
                <a:solidFill>
                  <a:schemeClr val="dk1"/>
                </a:solidFill>
              </a:defRPr>
            </a:lvl2pPr>
            <a:lvl3pPr lvl="2" algn="ctr">
              <a:lnSpc>
                <a:spcPct val="100000"/>
              </a:lnSpc>
              <a:spcBef>
                <a:spcPts val="0"/>
              </a:spcBef>
              <a:spcAft>
                <a:spcPts val="0"/>
              </a:spcAft>
              <a:buSzPts val="1400"/>
              <a:buNone/>
              <a:defRPr sz="2200">
                <a:solidFill>
                  <a:schemeClr val="dk1"/>
                </a:solidFill>
              </a:defRPr>
            </a:lvl3pPr>
            <a:lvl4pPr lvl="3" algn="ctr">
              <a:lnSpc>
                <a:spcPct val="100000"/>
              </a:lnSpc>
              <a:spcBef>
                <a:spcPts val="0"/>
              </a:spcBef>
              <a:spcAft>
                <a:spcPts val="0"/>
              </a:spcAft>
              <a:buSzPts val="1400"/>
              <a:buNone/>
              <a:defRPr sz="2200">
                <a:solidFill>
                  <a:schemeClr val="dk1"/>
                </a:solidFill>
              </a:defRPr>
            </a:lvl4pPr>
            <a:lvl5pPr lvl="4" algn="ctr">
              <a:lnSpc>
                <a:spcPct val="100000"/>
              </a:lnSpc>
              <a:spcBef>
                <a:spcPts val="0"/>
              </a:spcBef>
              <a:spcAft>
                <a:spcPts val="0"/>
              </a:spcAft>
              <a:buSzPts val="1400"/>
              <a:buNone/>
              <a:defRPr sz="2200">
                <a:solidFill>
                  <a:schemeClr val="dk1"/>
                </a:solidFill>
              </a:defRPr>
            </a:lvl5pPr>
            <a:lvl6pPr lvl="5" algn="ctr">
              <a:lnSpc>
                <a:spcPct val="100000"/>
              </a:lnSpc>
              <a:spcBef>
                <a:spcPts val="0"/>
              </a:spcBef>
              <a:spcAft>
                <a:spcPts val="0"/>
              </a:spcAft>
              <a:buSzPts val="1400"/>
              <a:buNone/>
              <a:defRPr sz="2200">
                <a:solidFill>
                  <a:schemeClr val="dk1"/>
                </a:solidFill>
              </a:defRPr>
            </a:lvl6pPr>
            <a:lvl7pPr lvl="6" algn="ctr">
              <a:lnSpc>
                <a:spcPct val="100000"/>
              </a:lnSpc>
              <a:spcBef>
                <a:spcPts val="0"/>
              </a:spcBef>
              <a:spcAft>
                <a:spcPts val="0"/>
              </a:spcAft>
              <a:buSzPts val="1400"/>
              <a:buNone/>
              <a:defRPr sz="2200">
                <a:solidFill>
                  <a:schemeClr val="dk1"/>
                </a:solidFill>
              </a:defRPr>
            </a:lvl7pPr>
            <a:lvl8pPr lvl="7" algn="ctr">
              <a:lnSpc>
                <a:spcPct val="100000"/>
              </a:lnSpc>
              <a:spcBef>
                <a:spcPts val="0"/>
              </a:spcBef>
              <a:spcAft>
                <a:spcPts val="0"/>
              </a:spcAft>
              <a:buSzPts val="1400"/>
              <a:buNone/>
              <a:defRPr sz="2200">
                <a:solidFill>
                  <a:schemeClr val="dk1"/>
                </a:solidFill>
              </a:defRPr>
            </a:lvl8pPr>
            <a:lvl9pPr lvl="8" algn="ctr">
              <a:lnSpc>
                <a:spcPct val="100000"/>
              </a:lnSpc>
              <a:spcBef>
                <a:spcPts val="0"/>
              </a:spcBef>
              <a:spcAft>
                <a:spcPts val="0"/>
              </a:spcAft>
              <a:buSzPts val="1400"/>
              <a:buNone/>
              <a:defRPr sz="22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88" name="Shape 88"/>
        <p:cNvGrpSpPr/>
        <p:nvPr/>
      </p:nvGrpSpPr>
      <p:grpSpPr>
        <a:xfrm>
          <a:off x="0" y="0"/>
          <a:ext cx="0" cy="0"/>
          <a:chOff x="0" y="0"/>
          <a:chExt cx="0" cy="0"/>
        </a:xfrm>
      </p:grpSpPr>
      <p:sp>
        <p:nvSpPr>
          <p:cNvPr id="89" name="Google Shape;89;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23"/>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91" name="Google Shape;91;p23"/>
          <p:cNvSpPr txBox="1"/>
          <p:nvPr>
            <p:ph idx="2" type="body"/>
          </p:nvPr>
        </p:nvSpPr>
        <p:spPr>
          <a:xfrm>
            <a:off x="36197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gn="l">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gn="l">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92" name="Google Shape;92;p23"/>
          <p:cNvSpPr txBox="1"/>
          <p:nvPr>
            <p:ph idx="3" type="subTitle"/>
          </p:nvPr>
        </p:nvSpPr>
        <p:spPr>
          <a:xfrm>
            <a:off x="36197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3" name="Google Shape;93;p23"/>
          <p:cNvSpPr txBox="1"/>
          <p:nvPr>
            <p:ph idx="4"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4" name="Google Shape;94;p23"/>
          <p:cNvSpPr txBox="1"/>
          <p:nvPr>
            <p:ph type="title"/>
          </p:nvPr>
        </p:nvSpPr>
        <p:spPr>
          <a:xfrm>
            <a:off x="1938175" y="988550"/>
            <a:ext cx="5267700" cy="5877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3000"/>
              <a:buNone/>
              <a:defRPr sz="2200"/>
            </a:lvl1pPr>
            <a:lvl2pPr lvl="1" algn="ctr">
              <a:lnSpc>
                <a:spcPct val="100000"/>
              </a:lnSpc>
              <a:spcBef>
                <a:spcPts val="0"/>
              </a:spcBef>
              <a:spcAft>
                <a:spcPts val="0"/>
              </a:spcAft>
              <a:buSzPts val="1400"/>
              <a:buNone/>
              <a:defRPr sz="2200"/>
            </a:lvl2pPr>
            <a:lvl3pPr lvl="2" algn="ctr">
              <a:lnSpc>
                <a:spcPct val="100000"/>
              </a:lnSpc>
              <a:spcBef>
                <a:spcPts val="0"/>
              </a:spcBef>
              <a:spcAft>
                <a:spcPts val="0"/>
              </a:spcAft>
              <a:buSzPts val="1400"/>
              <a:buNone/>
              <a:defRPr sz="2200"/>
            </a:lvl3pPr>
            <a:lvl4pPr lvl="3" algn="ctr">
              <a:lnSpc>
                <a:spcPct val="100000"/>
              </a:lnSpc>
              <a:spcBef>
                <a:spcPts val="0"/>
              </a:spcBef>
              <a:spcAft>
                <a:spcPts val="0"/>
              </a:spcAft>
              <a:buSzPts val="1400"/>
              <a:buNone/>
              <a:defRPr sz="2200"/>
            </a:lvl4pPr>
            <a:lvl5pPr lvl="4" algn="ctr">
              <a:lnSpc>
                <a:spcPct val="100000"/>
              </a:lnSpc>
              <a:spcBef>
                <a:spcPts val="0"/>
              </a:spcBef>
              <a:spcAft>
                <a:spcPts val="0"/>
              </a:spcAft>
              <a:buSzPts val="1400"/>
              <a:buNone/>
              <a:defRPr sz="2200"/>
            </a:lvl5pPr>
            <a:lvl6pPr lvl="5" algn="ctr">
              <a:lnSpc>
                <a:spcPct val="100000"/>
              </a:lnSpc>
              <a:spcBef>
                <a:spcPts val="0"/>
              </a:spcBef>
              <a:spcAft>
                <a:spcPts val="0"/>
              </a:spcAft>
              <a:buSzPts val="1400"/>
              <a:buNone/>
              <a:defRPr sz="2200"/>
            </a:lvl6pPr>
            <a:lvl7pPr lvl="6" algn="ctr">
              <a:lnSpc>
                <a:spcPct val="100000"/>
              </a:lnSpc>
              <a:spcBef>
                <a:spcPts val="0"/>
              </a:spcBef>
              <a:spcAft>
                <a:spcPts val="0"/>
              </a:spcAft>
              <a:buSzPts val="1400"/>
              <a:buNone/>
              <a:defRPr sz="2200"/>
            </a:lvl7pPr>
            <a:lvl8pPr lvl="7" algn="ctr">
              <a:lnSpc>
                <a:spcPct val="100000"/>
              </a:lnSpc>
              <a:spcBef>
                <a:spcPts val="0"/>
              </a:spcBef>
              <a:spcAft>
                <a:spcPts val="0"/>
              </a:spcAft>
              <a:buSzPts val="1400"/>
              <a:buNone/>
              <a:defRPr sz="2200"/>
            </a:lvl8pPr>
            <a:lvl9pPr lvl="8" algn="ctr">
              <a:lnSpc>
                <a:spcPct val="100000"/>
              </a:lnSpc>
              <a:spcBef>
                <a:spcPts val="0"/>
              </a:spcBef>
              <a:spcAft>
                <a:spcPts val="0"/>
              </a:spcAft>
              <a:buSzPts val="1400"/>
              <a:buNone/>
              <a:defRPr sz="2200"/>
            </a:lvl9pPr>
          </a:lstStyle>
          <a:p/>
        </p:txBody>
      </p:sp>
      <p:sp>
        <p:nvSpPr>
          <p:cNvPr id="95" name="Google Shape;95;p23"/>
          <p:cNvSpPr txBox="1"/>
          <p:nvPr>
            <p:ph idx="5" type="subTitle"/>
          </p:nvPr>
        </p:nvSpPr>
        <p:spPr>
          <a:xfrm>
            <a:off x="731927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96" name="Google Shape;96;p23"/>
          <p:cNvSpPr txBox="1"/>
          <p:nvPr>
            <p:ph idx="6" type="body"/>
          </p:nvPr>
        </p:nvSpPr>
        <p:spPr>
          <a:xfrm>
            <a:off x="2101300"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7" name="Google Shape;97;p23"/>
          <p:cNvSpPr txBox="1"/>
          <p:nvPr>
            <p:ph idx="7" type="body"/>
          </p:nvPr>
        </p:nvSpPr>
        <p:spPr>
          <a:xfrm>
            <a:off x="384062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8" name="Google Shape;98;p23"/>
          <p:cNvSpPr txBox="1"/>
          <p:nvPr>
            <p:ph idx="8" type="body"/>
          </p:nvPr>
        </p:nvSpPr>
        <p:spPr>
          <a:xfrm>
            <a:off x="5579950"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99" name="Google Shape;99;p23"/>
          <p:cNvSpPr txBox="1"/>
          <p:nvPr>
            <p:ph idx="9" type="subTitle"/>
          </p:nvPr>
        </p:nvSpPr>
        <p:spPr>
          <a:xfrm>
            <a:off x="2101300"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00" name="Google Shape;100;p23"/>
          <p:cNvSpPr txBox="1"/>
          <p:nvPr>
            <p:ph idx="13" type="subTitle"/>
          </p:nvPr>
        </p:nvSpPr>
        <p:spPr>
          <a:xfrm>
            <a:off x="3840625"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01" name="Google Shape;101;p23"/>
          <p:cNvSpPr txBox="1"/>
          <p:nvPr>
            <p:ph idx="14" type="subTitle"/>
          </p:nvPr>
        </p:nvSpPr>
        <p:spPr>
          <a:xfrm>
            <a:off x="5579950" y="2556804"/>
            <a:ext cx="1457400" cy="452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02" name="Google Shape;102;p23"/>
          <p:cNvSpPr txBox="1"/>
          <p:nvPr>
            <p:ph idx="15" type="body"/>
          </p:nvPr>
        </p:nvSpPr>
        <p:spPr>
          <a:xfrm>
            <a:off x="7319275" y="3231275"/>
            <a:ext cx="1457400" cy="10776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03" name="Shape 103"/>
        <p:cNvGrpSpPr/>
        <p:nvPr/>
      </p:nvGrpSpPr>
      <p:grpSpPr>
        <a:xfrm>
          <a:off x="0" y="0"/>
          <a:ext cx="0" cy="0"/>
          <a:chOff x="0" y="0"/>
          <a:chExt cx="0" cy="0"/>
        </a:xfrm>
      </p:grpSpPr>
      <p:sp>
        <p:nvSpPr>
          <p:cNvPr id="104" name="Google Shape;104;p2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06" name="Google Shape;106;p24"/>
          <p:cNvSpPr txBox="1"/>
          <p:nvPr>
            <p:ph idx="2" type="body"/>
          </p:nvPr>
        </p:nvSpPr>
        <p:spPr>
          <a:xfrm>
            <a:off x="7130875"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07" name="Google Shape;107;p24"/>
          <p:cNvSpPr txBox="1"/>
          <p:nvPr>
            <p:ph idx="3" type="subTitle"/>
          </p:nvPr>
        </p:nvSpPr>
        <p:spPr>
          <a:xfrm>
            <a:off x="7130875"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08" name="Google Shape;108;p24"/>
          <p:cNvSpPr txBox="1"/>
          <p:nvPr>
            <p:ph idx="4" type="subTitle"/>
          </p:nvPr>
        </p:nvSpPr>
        <p:spPr>
          <a:xfrm>
            <a:off x="7130875"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09" name="Google Shape;109;p24"/>
          <p:cNvSpPr txBox="1"/>
          <p:nvPr>
            <p:ph idx="5" type="body"/>
          </p:nvPr>
        </p:nvSpPr>
        <p:spPr>
          <a:xfrm>
            <a:off x="4892138"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0" name="Google Shape;110;p24"/>
          <p:cNvSpPr txBox="1"/>
          <p:nvPr>
            <p:ph idx="6" type="subTitle"/>
          </p:nvPr>
        </p:nvSpPr>
        <p:spPr>
          <a:xfrm>
            <a:off x="4892138"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1" name="Google Shape;111;p24"/>
          <p:cNvSpPr txBox="1"/>
          <p:nvPr>
            <p:ph idx="7" type="subTitle"/>
          </p:nvPr>
        </p:nvSpPr>
        <p:spPr>
          <a:xfrm>
            <a:off x="4892138"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2" name="Google Shape;112;p24"/>
          <p:cNvSpPr txBox="1"/>
          <p:nvPr>
            <p:ph idx="8" type="body"/>
          </p:nvPr>
        </p:nvSpPr>
        <p:spPr>
          <a:xfrm>
            <a:off x="2607050"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3" name="Google Shape;113;p24"/>
          <p:cNvSpPr txBox="1"/>
          <p:nvPr>
            <p:ph idx="9" type="subTitle"/>
          </p:nvPr>
        </p:nvSpPr>
        <p:spPr>
          <a:xfrm>
            <a:off x="2607050"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4" name="Google Shape;114;p24"/>
          <p:cNvSpPr txBox="1"/>
          <p:nvPr>
            <p:ph idx="13" type="subTitle"/>
          </p:nvPr>
        </p:nvSpPr>
        <p:spPr>
          <a:xfrm>
            <a:off x="2607050"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5" name="Google Shape;115;p24"/>
          <p:cNvSpPr txBox="1"/>
          <p:nvPr>
            <p:ph idx="14" type="body"/>
          </p:nvPr>
        </p:nvSpPr>
        <p:spPr>
          <a:xfrm>
            <a:off x="361975" y="3628800"/>
            <a:ext cx="1645800" cy="6801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16" name="Google Shape;116;p24"/>
          <p:cNvSpPr txBox="1"/>
          <p:nvPr>
            <p:ph idx="15" type="subTitle"/>
          </p:nvPr>
        </p:nvSpPr>
        <p:spPr>
          <a:xfrm>
            <a:off x="361975" y="2586820"/>
            <a:ext cx="1645800" cy="1524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17" name="Google Shape;117;p24"/>
          <p:cNvSpPr txBox="1"/>
          <p:nvPr>
            <p:ph idx="16" type="subTitle"/>
          </p:nvPr>
        </p:nvSpPr>
        <p:spPr>
          <a:xfrm>
            <a:off x="361975" y="2791120"/>
            <a:ext cx="16458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18" name="Google Shape;118;p24"/>
          <p:cNvSpPr txBox="1"/>
          <p:nvPr>
            <p:ph idx="17"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19" name="Google Shape;119;p24"/>
          <p:cNvSpPr txBox="1"/>
          <p:nvPr>
            <p:ph type="title"/>
          </p:nvPr>
        </p:nvSpPr>
        <p:spPr>
          <a:xfrm>
            <a:off x="1406600" y="988557"/>
            <a:ext cx="6330900" cy="587700"/>
          </a:xfrm>
          <a:prstGeom prst="rect">
            <a:avLst/>
          </a:prstGeom>
          <a:noFill/>
          <a:ln>
            <a:noFill/>
          </a:ln>
        </p:spPr>
        <p:txBody>
          <a:bodyPr anchorCtr="0" anchor="t" bIns="0" lIns="0" spcFirstLastPara="1" rIns="0" wrap="square" tIns="0">
            <a:noAutofit/>
          </a:bodyPr>
          <a:lstStyle>
            <a:lvl1pPr lvl="0" algn="ctr">
              <a:lnSpc>
                <a:spcPct val="90000"/>
              </a:lnSpc>
              <a:spcBef>
                <a:spcPts val="0"/>
              </a:spcBef>
              <a:spcAft>
                <a:spcPts val="0"/>
              </a:spcAft>
              <a:buSzPts val="3000"/>
              <a:buNone/>
              <a:defRPr sz="2200">
                <a:solidFill>
                  <a:schemeClr val="dk1"/>
                </a:solidFill>
              </a:defRPr>
            </a:lvl1pPr>
            <a:lvl2pPr lvl="1" algn="ctr">
              <a:lnSpc>
                <a:spcPct val="90000"/>
              </a:lnSpc>
              <a:spcBef>
                <a:spcPts val="0"/>
              </a:spcBef>
              <a:spcAft>
                <a:spcPts val="0"/>
              </a:spcAft>
              <a:buSzPts val="1400"/>
              <a:buNone/>
              <a:defRPr sz="2200">
                <a:solidFill>
                  <a:schemeClr val="dk1"/>
                </a:solidFill>
              </a:defRPr>
            </a:lvl2pPr>
            <a:lvl3pPr lvl="2" algn="ctr">
              <a:lnSpc>
                <a:spcPct val="90000"/>
              </a:lnSpc>
              <a:spcBef>
                <a:spcPts val="0"/>
              </a:spcBef>
              <a:spcAft>
                <a:spcPts val="0"/>
              </a:spcAft>
              <a:buSzPts val="1400"/>
              <a:buNone/>
              <a:defRPr sz="2200">
                <a:solidFill>
                  <a:schemeClr val="dk1"/>
                </a:solidFill>
              </a:defRPr>
            </a:lvl3pPr>
            <a:lvl4pPr lvl="3" algn="ctr">
              <a:lnSpc>
                <a:spcPct val="90000"/>
              </a:lnSpc>
              <a:spcBef>
                <a:spcPts val="0"/>
              </a:spcBef>
              <a:spcAft>
                <a:spcPts val="0"/>
              </a:spcAft>
              <a:buSzPts val="1400"/>
              <a:buNone/>
              <a:defRPr sz="2200">
                <a:solidFill>
                  <a:schemeClr val="dk1"/>
                </a:solidFill>
              </a:defRPr>
            </a:lvl4pPr>
            <a:lvl5pPr lvl="4" algn="ctr">
              <a:lnSpc>
                <a:spcPct val="90000"/>
              </a:lnSpc>
              <a:spcBef>
                <a:spcPts val="0"/>
              </a:spcBef>
              <a:spcAft>
                <a:spcPts val="0"/>
              </a:spcAft>
              <a:buSzPts val="1400"/>
              <a:buNone/>
              <a:defRPr sz="2200">
                <a:solidFill>
                  <a:schemeClr val="dk1"/>
                </a:solidFill>
              </a:defRPr>
            </a:lvl5pPr>
            <a:lvl6pPr lvl="5" algn="ctr">
              <a:lnSpc>
                <a:spcPct val="90000"/>
              </a:lnSpc>
              <a:spcBef>
                <a:spcPts val="0"/>
              </a:spcBef>
              <a:spcAft>
                <a:spcPts val="0"/>
              </a:spcAft>
              <a:buSzPts val="1400"/>
              <a:buNone/>
              <a:defRPr sz="2200">
                <a:solidFill>
                  <a:schemeClr val="dk1"/>
                </a:solidFill>
              </a:defRPr>
            </a:lvl6pPr>
            <a:lvl7pPr lvl="6" algn="ctr">
              <a:lnSpc>
                <a:spcPct val="90000"/>
              </a:lnSpc>
              <a:spcBef>
                <a:spcPts val="0"/>
              </a:spcBef>
              <a:spcAft>
                <a:spcPts val="0"/>
              </a:spcAft>
              <a:buSzPts val="1400"/>
              <a:buNone/>
              <a:defRPr sz="2200">
                <a:solidFill>
                  <a:schemeClr val="dk1"/>
                </a:solidFill>
              </a:defRPr>
            </a:lvl7pPr>
            <a:lvl8pPr lvl="7" algn="ctr">
              <a:lnSpc>
                <a:spcPct val="90000"/>
              </a:lnSpc>
              <a:spcBef>
                <a:spcPts val="0"/>
              </a:spcBef>
              <a:spcAft>
                <a:spcPts val="0"/>
              </a:spcAft>
              <a:buSzPts val="1400"/>
              <a:buNone/>
              <a:defRPr sz="2200">
                <a:solidFill>
                  <a:schemeClr val="dk1"/>
                </a:solidFill>
              </a:defRPr>
            </a:lvl8pPr>
            <a:lvl9pPr lvl="8" algn="ctr">
              <a:lnSpc>
                <a:spcPct val="90000"/>
              </a:lnSpc>
              <a:spcBef>
                <a:spcPts val="0"/>
              </a:spcBef>
              <a:spcAft>
                <a:spcPts val="0"/>
              </a:spcAft>
              <a:buSzPts val="1400"/>
              <a:buNone/>
              <a:defRPr sz="2200">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20" name="Shape 120"/>
        <p:cNvGrpSpPr/>
        <p:nvPr/>
      </p:nvGrpSpPr>
      <p:grpSpPr>
        <a:xfrm>
          <a:off x="0" y="0"/>
          <a:ext cx="0" cy="0"/>
          <a:chOff x="0" y="0"/>
          <a:chExt cx="0" cy="0"/>
        </a:xfrm>
      </p:grpSpPr>
      <p:sp>
        <p:nvSpPr>
          <p:cNvPr id="121" name="Google Shape;121;p25"/>
          <p:cNvSpPr/>
          <p:nvPr>
            <p:ph idx="2" type="pic"/>
          </p:nvPr>
        </p:nvSpPr>
        <p:spPr>
          <a:xfrm>
            <a:off x="4587725" y="-8750"/>
            <a:ext cx="4572000" cy="5152200"/>
          </a:xfrm>
          <a:prstGeom prst="rect">
            <a:avLst/>
          </a:prstGeom>
          <a:noFill/>
          <a:ln>
            <a:noFill/>
          </a:ln>
        </p:spPr>
      </p:sp>
      <p:sp>
        <p:nvSpPr>
          <p:cNvPr id="122" name="Google Shape;122;p25"/>
          <p:cNvSpPr txBox="1"/>
          <p:nvPr>
            <p:ph type="title"/>
          </p:nvPr>
        </p:nvSpPr>
        <p:spPr>
          <a:xfrm>
            <a:off x="361975" y="923525"/>
            <a:ext cx="3860100" cy="587700"/>
          </a:xfrm>
          <a:prstGeom prst="rect">
            <a:avLst/>
          </a:prstGeom>
          <a:noFill/>
          <a:ln>
            <a:noFill/>
          </a:ln>
        </p:spPr>
        <p:txBody>
          <a:bodyPr anchorCtr="0" anchor="t" bIns="91425" lIns="91425" spcFirstLastPara="1" rIns="91425" wrap="square" tIns="91425">
            <a:noAutofit/>
          </a:bodyPr>
          <a:lstStyle>
            <a:lvl1pPr lvl="0" algn="ctr">
              <a:lnSpc>
                <a:spcPct val="80000"/>
              </a:lnSpc>
              <a:spcBef>
                <a:spcPts val="0"/>
              </a:spcBef>
              <a:spcAft>
                <a:spcPts val="0"/>
              </a:spcAft>
              <a:buSzPts val="3000"/>
              <a:buNone/>
              <a:defRPr sz="4200">
                <a:solidFill>
                  <a:schemeClr val="dk1"/>
                </a:solidFill>
              </a:defRPr>
            </a:lvl1pPr>
            <a:lvl2pPr lvl="1" algn="ctr">
              <a:lnSpc>
                <a:spcPct val="115000"/>
              </a:lnSpc>
              <a:spcBef>
                <a:spcPts val="0"/>
              </a:spcBef>
              <a:spcAft>
                <a:spcPts val="0"/>
              </a:spcAft>
              <a:buSzPts val="1400"/>
              <a:buNone/>
              <a:defRPr>
                <a:solidFill>
                  <a:schemeClr val="dk1"/>
                </a:solidFill>
              </a:defRPr>
            </a:lvl2pPr>
            <a:lvl3pPr lvl="2" algn="ctr">
              <a:lnSpc>
                <a:spcPct val="115000"/>
              </a:lnSpc>
              <a:spcBef>
                <a:spcPts val="0"/>
              </a:spcBef>
              <a:spcAft>
                <a:spcPts val="0"/>
              </a:spcAft>
              <a:buSzPts val="1400"/>
              <a:buNone/>
              <a:defRPr>
                <a:solidFill>
                  <a:schemeClr val="dk1"/>
                </a:solidFill>
              </a:defRPr>
            </a:lvl3pPr>
            <a:lvl4pPr lvl="3" algn="ctr">
              <a:lnSpc>
                <a:spcPct val="115000"/>
              </a:lnSpc>
              <a:spcBef>
                <a:spcPts val="0"/>
              </a:spcBef>
              <a:spcAft>
                <a:spcPts val="0"/>
              </a:spcAft>
              <a:buSzPts val="1400"/>
              <a:buNone/>
              <a:defRPr>
                <a:solidFill>
                  <a:schemeClr val="dk1"/>
                </a:solidFill>
              </a:defRPr>
            </a:lvl4pPr>
            <a:lvl5pPr lvl="4" algn="ctr">
              <a:lnSpc>
                <a:spcPct val="115000"/>
              </a:lnSpc>
              <a:spcBef>
                <a:spcPts val="0"/>
              </a:spcBef>
              <a:spcAft>
                <a:spcPts val="0"/>
              </a:spcAft>
              <a:buSzPts val="1400"/>
              <a:buNone/>
              <a:defRPr>
                <a:solidFill>
                  <a:schemeClr val="dk1"/>
                </a:solidFill>
              </a:defRPr>
            </a:lvl5pPr>
            <a:lvl6pPr lvl="5" algn="ctr">
              <a:lnSpc>
                <a:spcPct val="115000"/>
              </a:lnSpc>
              <a:spcBef>
                <a:spcPts val="0"/>
              </a:spcBef>
              <a:spcAft>
                <a:spcPts val="0"/>
              </a:spcAft>
              <a:buSzPts val="1400"/>
              <a:buNone/>
              <a:defRPr>
                <a:solidFill>
                  <a:schemeClr val="dk1"/>
                </a:solidFill>
              </a:defRPr>
            </a:lvl6pPr>
            <a:lvl7pPr lvl="6" algn="ctr">
              <a:lnSpc>
                <a:spcPct val="115000"/>
              </a:lnSpc>
              <a:spcBef>
                <a:spcPts val="0"/>
              </a:spcBef>
              <a:spcAft>
                <a:spcPts val="0"/>
              </a:spcAft>
              <a:buSzPts val="1400"/>
              <a:buNone/>
              <a:defRPr>
                <a:solidFill>
                  <a:schemeClr val="dk1"/>
                </a:solidFill>
              </a:defRPr>
            </a:lvl7pPr>
            <a:lvl8pPr lvl="7" algn="ctr">
              <a:lnSpc>
                <a:spcPct val="115000"/>
              </a:lnSpc>
              <a:spcBef>
                <a:spcPts val="0"/>
              </a:spcBef>
              <a:spcAft>
                <a:spcPts val="0"/>
              </a:spcAft>
              <a:buSzPts val="1400"/>
              <a:buNone/>
              <a:defRPr>
                <a:solidFill>
                  <a:schemeClr val="dk1"/>
                </a:solidFill>
              </a:defRPr>
            </a:lvl8pPr>
            <a:lvl9pPr lvl="8" algn="ctr">
              <a:lnSpc>
                <a:spcPct val="115000"/>
              </a:lnSpc>
              <a:spcBef>
                <a:spcPts val="0"/>
              </a:spcBef>
              <a:spcAft>
                <a:spcPts val="0"/>
              </a:spcAft>
              <a:buSzPts val="1400"/>
              <a:buNone/>
              <a:defRPr>
                <a:solidFill>
                  <a:schemeClr val="dk1"/>
                </a:solidFill>
              </a:defRPr>
            </a:lvl9pPr>
          </a:lstStyle>
          <a:p/>
        </p:txBody>
      </p:sp>
      <p:sp>
        <p:nvSpPr>
          <p:cNvPr id="123" name="Google Shape;123;p25"/>
          <p:cNvSpPr txBox="1"/>
          <p:nvPr>
            <p:ph idx="1" type="subTitle"/>
          </p:nvPr>
        </p:nvSpPr>
        <p:spPr>
          <a:xfrm>
            <a:off x="361975" y="255533"/>
            <a:ext cx="3860100" cy="377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Font typeface="Newsreader"/>
              <a:buNone/>
              <a:defRPr>
                <a:solidFill>
                  <a:schemeClr val="dk1"/>
                </a:solidFill>
              </a:defRPr>
            </a:lvl2pPr>
            <a:lvl3pPr lvl="2" algn="l">
              <a:lnSpc>
                <a:spcPct val="115000"/>
              </a:lnSpc>
              <a:spcBef>
                <a:spcPts val="0"/>
              </a:spcBef>
              <a:spcAft>
                <a:spcPts val="0"/>
              </a:spcAft>
              <a:buClr>
                <a:schemeClr val="dk1"/>
              </a:buClr>
              <a:buSzPts val="1400"/>
              <a:buFont typeface="Newsreader"/>
              <a:buNone/>
              <a:defRPr>
                <a:solidFill>
                  <a:schemeClr val="dk1"/>
                </a:solidFill>
              </a:defRPr>
            </a:lvl3pPr>
            <a:lvl4pPr lvl="3" algn="l">
              <a:lnSpc>
                <a:spcPct val="115000"/>
              </a:lnSpc>
              <a:spcBef>
                <a:spcPts val="0"/>
              </a:spcBef>
              <a:spcAft>
                <a:spcPts val="0"/>
              </a:spcAft>
              <a:buClr>
                <a:schemeClr val="dk1"/>
              </a:buClr>
              <a:buSzPts val="1400"/>
              <a:buFont typeface="Newsreader"/>
              <a:buNone/>
              <a:defRPr>
                <a:solidFill>
                  <a:schemeClr val="dk1"/>
                </a:solidFill>
              </a:defRPr>
            </a:lvl4pPr>
            <a:lvl5pPr lvl="4" algn="l">
              <a:lnSpc>
                <a:spcPct val="115000"/>
              </a:lnSpc>
              <a:spcBef>
                <a:spcPts val="0"/>
              </a:spcBef>
              <a:spcAft>
                <a:spcPts val="0"/>
              </a:spcAft>
              <a:buClr>
                <a:schemeClr val="dk1"/>
              </a:buClr>
              <a:buSzPts val="1400"/>
              <a:buFont typeface="Newsreader"/>
              <a:buNone/>
              <a:defRPr>
                <a:solidFill>
                  <a:schemeClr val="dk1"/>
                </a:solidFill>
              </a:defRPr>
            </a:lvl5pPr>
            <a:lvl6pPr lvl="5" algn="l">
              <a:lnSpc>
                <a:spcPct val="115000"/>
              </a:lnSpc>
              <a:spcBef>
                <a:spcPts val="0"/>
              </a:spcBef>
              <a:spcAft>
                <a:spcPts val="0"/>
              </a:spcAft>
              <a:buClr>
                <a:schemeClr val="dk1"/>
              </a:buClr>
              <a:buSzPts val="1400"/>
              <a:buFont typeface="Newsreader"/>
              <a:buNone/>
              <a:defRPr>
                <a:solidFill>
                  <a:schemeClr val="dk1"/>
                </a:solidFill>
              </a:defRPr>
            </a:lvl6pPr>
            <a:lvl7pPr lvl="6" algn="l">
              <a:lnSpc>
                <a:spcPct val="115000"/>
              </a:lnSpc>
              <a:spcBef>
                <a:spcPts val="0"/>
              </a:spcBef>
              <a:spcAft>
                <a:spcPts val="0"/>
              </a:spcAft>
              <a:buClr>
                <a:schemeClr val="dk1"/>
              </a:buClr>
              <a:buSzPts val="1400"/>
              <a:buFont typeface="Newsreader"/>
              <a:buNone/>
              <a:defRPr>
                <a:solidFill>
                  <a:schemeClr val="dk1"/>
                </a:solidFill>
              </a:defRPr>
            </a:lvl7pPr>
            <a:lvl8pPr lvl="7" algn="l">
              <a:lnSpc>
                <a:spcPct val="115000"/>
              </a:lnSpc>
              <a:spcBef>
                <a:spcPts val="0"/>
              </a:spcBef>
              <a:spcAft>
                <a:spcPts val="0"/>
              </a:spcAft>
              <a:buClr>
                <a:schemeClr val="dk1"/>
              </a:buClr>
              <a:buSzPts val="1400"/>
              <a:buFont typeface="Newsreader"/>
              <a:buNone/>
              <a:defRPr>
                <a:solidFill>
                  <a:schemeClr val="dk1"/>
                </a:solidFill>
              </a:defRPr>
            </a:lvl8pPr>
            <a:lvl9pPr lvl="8" algn="l">
              <a:lnSpc>
                <a:spcPct val="115000"/>
              </a:lnSpc>
              <a:spcBef>
                <a:spcPts val="0"/>
              </a:spcBef>
              <a:spcAft>
                <a:spcPts val="0"/>
              </a:spcAft>
              <a:buClr>
                <a:schemeClr val="dk1"/>
              </a:buClr>
              <a:buSzPts val="1400"/>
              <a:buFont typeface="Newsreader"/>
              <a:buNone/>
              <a:defRPr>
                <a:solidFill>
                  <a:schemeClr val="dk1"/>
                </a:solidFill>
              </a:defRPr>
            </a:lvl9pPr>
          </a:lstStyle>
          <a:p/>
        </p:txBody>
      </p:sp>
      <p:sp>
        <p:nvSpPr>
          <p:cNvPr id="124" name="Google Shape;124;p25"/>
          <p:cNvSpPr txBox="1"/>
          <p:nvPr>
            <p:ph idx="3" type="body"/>
          </p:nvPr>
        </p:nvSpPr>
        <p:spPr>
          <a:xfrm>
            <a:off x="547575" y="3337797"/>
            <a:ext cx="3492600" cy="1327500"/>
          </a:xfrm>
          <a:prstGeom prst="rect">
            <a:avLst/>
          </a:prstGeom>
          <a:noFill/>
          <a:ln>
            <a:noFill/>
          </a:ln>
        </p:spPr>
        <p:txBody>
          <a:bodyPr anchorCtr="0" anchor="b" bIns="91425" lIns="91425" spcFirstLastPara="1" rIns="91425" wrap="square" tIns="91425">
            <a:noAutofit/>
          </a:bodyPr>
          <a:lstStyle>
            <a:lvl1pPr indent="-292100" lvl="0" marL="457200" algn="ctr">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25" name="Shape 125"/>
        <p:cNvGrpSpPr/>
        <p:nvPr/>
      </p:nvGrpSpPr>
      <p:grpSpPr>
        <a:xfrm>
          <a:off x="0" y="0"/>
          <a:ext cx="0" cy="0"/>
          <a:chOff x="0" y="0"/>
          <a:chExt cx="0" cy="0"/>
        </a:xfrm>
      </p:grpSpPr>
      <p:sp>
        <p:nvSpPr>
          <p:cNvPr id="126" name="Google Shape;126;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28" name="Google Shape;128;p26"/>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29" name="Google Shape;129;p26"/>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0" name="Google Shape;130;p26"/>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1" name="Google Shape;131;p26"/>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132" name="Google Shape;132;p26"/>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01</a:t>
            </a:r>
            <a:endParaRPr b="0" i="0" sz="3000" u="none" cap="none" strike="noStrike">
              <a:solidFill>
                <a:schemeClr val="lt1"/>
              </a:solidFill>
              <a:latin typeface="Newsreader"/>
              <a:ea typeface="Newsreader"/>
              <a:cs typeface="Newsreader"/>
              <a:sym typeface="Newsreader"/>
            </a:endParaRPr>
          </a:p>
        </p:txBody>
      </p:sp>
      <p:sp>
        <p:nvSpPr>
          <p:cNvPr id="133" name="Google Shape;133;p26"/>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dk1"/>
                </a:solidFill>
                <a:latin typeface="Newsreader"/>
                <a:ea typeface="Newsreader"/>
                <a:cs typeface="Newsreader"/>
                <a:sym typeface="Newsreader"/>
              </a:rPr>
              <a:t>02</a:t>
            </a:r>
            <a:endParaRPr b="0" i="0" sz="3000" u="none" cap="none" strike="noStrike">
              <a:solidFill>
                <a:schemeClr val="dk1"/>
              </a:solidFill>
              <a:latin typeface="Newsreader"/>
              <a:ea typeface="Newsreader"/>
              <a:cs typeface="Newsreader"/>
              <a:sym typeface="Newsreader"/>
            </a:endParaRPr>
          </a:p>
        </p:txBody>
      </p:sp>
      <p:sp>
        <p:nvSpPr>
          <p:cNvPr id="134" name="Google Shape;134;p26"/>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03</a:t>
            </a:r>
            <a:endParaRPr b="0" i="0" sz="3000" u="none" cap="none" strike="noStrike">
              <a:solidFill>
                <a:schemeClr val="lt1"/>
              </a:solidFill>
              <a:latin typeface="Newsreader"/>
              <a:ea typeface="Newsreader"/>
              <a:cs typeface="Newsreader"/>
              <a:sym typeface="Newsreader"/>
            </a:endParaRPr>
          </a:p>
        </p:txBody>
      </p:sp>
      <p:sp>
        <p:nvSpPr>
          <p:cNvPr id="135" name="Google Shape;135;p26"/>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marR="0" rtl="0" algn="l">
              <a:lnSpc>
                <a:spcPct val="90000"/>
              </a:lnSpc>
              <a:spcBef>
                <a:spcPts val="0"/>
              </a:spcBef>
              <a:spcAft>
                <a:spcPts val="0"/>
              </a:spcAft>
              <a:buClr>
                <a:srgbClr val="000000"/>
              </a:buClr>
              <a:buSzPts val="3000"/>
              <a:buFont typeface="Arial"/>
              <a:buNone/>
            </a:pPr>
            <a:r>
              <a:rPr b="0" i="0" lang="en" sz="3000" u="none" cap="none" strike="noStrike">
                <a:solidFill>
                  <a:schemeClr val="lt1"/>
                </a:solidFill>
                <a:latin typeface="Newsreader"/>
                <a:ea typeface="Newsreader"/>
                <a:cs typeface="Newsreader"/>
                <a:sym typeface="Newsreader"/>
              </a:rPr>
              <a:t>04</a:t>
            </a:r>
            <a:endParaRPr b="0" i="0" sz="3000" u="none" cap="none" strike="noStrike">
              <a:solidFill>
                <a:schemeClr val="lt1"/>
              </a:solidFill>
              <a:latin typeface="Newsreader"/>
              <a:ea typeface="Newsreader"/>
              <a:cs typeface="Newsreader"/>
              <a:sym typeface="Newsreader"/>
            </a:endParaRPr>
          </a:p>
        </p:txBody>
      </p:sp>
      <p:sp>
        <p:nvSpPr>
          <p:cNvPr id="136" name="Google Shape;136;p26"/>
          <p:cNvSpPr txBox="1"/>
          <p:nvPr>
            <p:ph type="title"/>
          </p:nvPr>
        </p:nvSpPr>
        <p:spPr>
          <a:xfrm>
            <a:off x="361975" y="988782"/>
            <a:ext cx="3231600" cy="760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2200"/>
              <a:buFont typeface="Newsreader"/>
              <a:buNone/>
              <a:defRPr sz="2200">
                <a:solidFill>
                  <a:schemeClr val="dk1"/>
                </a:solidFill>
              </a:defRPr>
            </a:lvl1pPr>
            <a:lvl2pPr lvl="1"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lgn="l">
              <a:lnSpc>
                <a:spcPct val="100000"/>
              </a:lnSpc>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37" name="Google Shape;137;p26"/>
          <p:cNvSpPr txBox="1"/>
          <p:nvPr>
            <p:ph idx="2" type="subTitle"/>
          </p:nvPr>
        </p:nvSpPr>
        <p:spPr>
          <a:xfrm>
            <a:off x="382691" y="3129231"/>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38" name="Google Shape;138;p26"/>
          <p:cNvSpPr txBox="1"/>
          <p:nvPr>
            <p:ph idx="3" type="subTitle"/>
          </p:nvPr>
        </p:nvSpPr>
        <p:spPr>
          <a:xfrm>
            <a:off x="377048" y="3344302"/>
            <a:ext cx="1689600" cy="969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39" name="Google Shape;139;p26"/>
          <p:cNvSpPr txBox="1"/>
          <p:nvPr>
            <p:ph idx="4" type="subTitle"/>
          </p:nvPr>
        </p:nvSpPr>
        <p:spPr>
          <a:xfrm>
            <a:off x="2671462" y="2450249"/>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40" name="Google Shape;140;p26"/>
          <p:cNvSpPr txBox="1"/>
          <p:nvPr>
            <p:ph idx="5" type="subTitle"/>
          </p:nvPr>
        </p:nvSpPr>
        <p:spPr>
          <a:xfrm>
            <a:off x="2665825" y="2665171"/>
            <a:ext cx="1689600" cy="1423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1" name="Google Shape;141;p26"/>
          <p:cNvSpPr txBox="1"/>
          <p:nvPr>
            <p:ph idx="6" type="subTitle"/>
          </p:nvPr>
        </p:nvSpPr>
        <p:spPr>
          <a:xfrm>
            <a:off x="4943337" y="1884672"/>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2" name="Google Shape;142;p26"/>
          <p:cNvSpPr txBox="1"/>
          <p:nvPr>
            <p:ph idx="7" type="subTitle"/>
          </p:nvPr>
        </p:nvSpPr>
        <p:spPr>
          <a:xfrm>
            <a:off x="4937700" y="2099593"/>
            <a:ext cx="1689600" cy="1620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43" name="Google Shape;143;p26"/>
          <p:cNvSpPr txBox="1"/>
          <p:nvPr>
            <p:ph idx="8" type="subTitle"/>
          </p:nvPr>
        </p:nvSpPr>
        <p:spPr>
          <a:xfrm>
            <a:off x="7238787" y="1057472"/>
            <a:ext cx="1257300" cy="1524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4" name="Google Shape;144;p26"/>
          <p:cNvSpPr txBox="1"/>
          <p:nvPr>
            <p:ph idx="9" type="subTitle"/>
          </p:nvPr>
        </p:nvSpPr>
        <p:spPr>
          <a:xfrm>
            <a:off x="7233150" y="1272358"/>
            <a:ext cx="1689600" cy="21960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45" name="Shape 145"/>
        <p:cNvGrpSpPr/>
        <p:nvPr/>
      </p:nvGrpSpPr>
      <p:grpSpPr>
        <a:xfrm>
          <a:off x="0" y="0"/>
          <a:ext cx="0" cy="0"/>
          <a:chOff x="0" y="0"/>
          <a:chExt cx="0" cy="0"/>
        </a:xfrm>
      </p:grpSpPr>
      <p:sp>
        <p:nvSpPr>
          <p:cNvPr id="146" name="Google Shape;146;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27"/>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48" name="Google Shape;148;p27"/>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500"/>
            </a:lvl1pPr>
            <a:lvl2pPr lvl="1" algn="l">
              <a:lnSpc>
                <a:spcPct val="100000"/>
              </a:lnSpc>
              <a:spcBef>
                <a:spcPts val="0"/>
              </a:spcBef>
              <a:spcAft>
                <a:spcPts val="0"/>
              </a:spcAft>
              <a:buSzPts val="1400"/>
              <a:buNone/>
              <a:defRPr sz="2500"/>
            </a:lvl2pPr>
            <a:lvl3pPr lvl="2" algn="l">
              <a:lnSpc>
                <a:spcPct val="100000"/>
              </a:lnSpc>
              <a:spcBef>
                <a:spcPts val="0"/>
              </a:spcBef>
              <a:spcAft>
                <a:spcPts val="0"/>
              </a:spcAft>
              <a:buSzPts val="1400"/>
              <a:buNone/>
              <a:defRPr sz="2500"/>
            </a:lvl3pPr>
            <a:lvl4pPr lvl="3" algn="l">
              <a:lnSpc>
                <a:spcPct val="100000"/>
              </a:lnSpc>
              <a:spcBef>
                <a:spcPts val="0"/>
              </a:spcBef>
              <a:spcAft>
                <a:spcPts val="0"/>
              </a:spcAft>
              <a:buSzPts val="1400"/>
              <a:buNone/>
              <a:defRPr sz="2500"/>
            </a:lvl4pPr>
            <a:lvl5pPr lvl="4" algn="l">
              <a:lnSpc>
                <a:spcPct val="100000"/>
              </a:lnSpc>
              <a:spcBef>
                <a:spcPts val="0"/>
              </a:spcBef>
              <a:spcAft>
                <a:spcPts val="0"/>
              </a:spcAft>
              <a:buSzPts val="1400"/>
              <a:buNone/>
              <a:defRPr sz="2500"/>
            </a:lvl5pPr>
            <a:lvl6pPr lvl="5" algn="l">
              <a:lnSpc>
                <a:spcPct val="100000"/>
              </a:lnSpc>
              <a:spcBef>
                <a:spcPts val="0"/>
              </a:spcBef>
              <a:spcAft>
                <a:spcPts val="0"/>
              </a:spcAft>
              <a:buSzPts val="1400"/>
              <a:buNone/>
              <a:defRPr sz="2500"/>
            </a:lvl6pPr>
            <a:lvl7pPr lvl="6" algn="l">
              <a:lnSpc>
                <a:spcPct val="100000"/>
              </a:lnSpc>
              <a:spcBef>
                <a:spcPts val="0"/>
              </a:spcBef>
              <a:spcAft>
                <a:spcPts val="0"/>
              </a:spcAft>
              <a:buSzPts val="1400"/>
              <a:buNone/>
              <a:defRPr sz="2500"/>
            </a:lvl7pPr>
            <a:lvl8pPr lvl="7" algn="l">
              <a:lnSpc>
                <a:spcPct val="100000"/>
              </a:lnSpc>
              <a:spcBef>
                <a:spcPts val="0"/>
              </a:spcBef>
              <a:spcAft>
                <a:spcPts val="0"/>
              </a:spcAft>
              <a:buSzPts val="1400"/>
              <a:buNone/>
              <a:defRPr sz="2500"/>
            </a:lvl8pPr>
            <a:lvl9pPr lvl="8" algn="l">
              <a:lnSpc>
                <a:spcPct val="100000"/>
              </a:lnSpc>
              <a:spcBef>
                <a:spcPts val="0"/>
              </a:spcBef>
              <a:spcAft>
                <a:spcPts val="0"/>
              </a:spcAft>
              <a:buSzPts val="1400"/>
              <a:buNone/>
              <a:defRPr sz="2500"/>
            </a:lvl9pPr>
          </a:lstStyle>
          <a:p/>
        </p:txBody>
      </p:sp>
      <p:sp>
        <p:nvSpPr>
          <p:cNvPr id="149" name="Google Shape;149;p27"/>
          <p:cNvSpPr/>
          <p:nvPr>
            <p:ph idx="2" type="pic"/>
          </p:nvPr>
        </p:nvSpPr>
        <p:spPr>
          <a:xfrm>
            <a:off x="1442350" y="3492500"/>
            <a:ext cx="408900" cy="408900"/>
          </a:xfrm>
          <a:prstGeom prst="ellipse">
            <a:avLst/>
          </a:prstGeom>
          <a:noFill/>
          <a:ln>
            <a:noFill/>
          </a:ln>
        </p:spPr>
      </p:sp>
      <p:sp>
        <p:nvSpPr>
          <p:cNvPr id="150" name="Google Shape;150;p27"/>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51" name="Google Shape;151;p27"/>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2pPr>
            <a:lvl3pPr lvl="2"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3pPr>
            <a:lvl4pPr lvl="3"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4pPr>
            <a:lvl5pPr lvl="4"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5pPr>
            <a:lvl6pPr lvl="5"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6pPr>
            <a:lvl7pPr lvl="6"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7pPr>
            <a:lvl8pPr lvl="7"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8pPr>
            <a:lvl9pPr lvl="8"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52" name="Shape 152"/>
        <p:cNvGrpSpPr/>
        <p:nvPr/>
      </p:nvGrpSpPr>
      <p:grpSpPr>
        <a:xfrm>
          <a:off x="0" y="0"/>
          <a:ext cx="0" cy="0"/>
          <a:chOff x="0" y="0"/>
          <a:chExt cx="0" cy="0"/>
        </a:xfrm>
      </p:grpSpPr>
      <p:sp>
        <p:nvSpPr>
          <p:cNvPr id="153" name="Google Shape;153;p2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54" name="Google Shape;154;p28"/>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55" name="Google Shape;155;p28"/>
          <p:cNvSpPr txBox="1"/>
          <p:nvPr>
            <p:ph type="title"/>
          </p:nvPr>
        </p:nvSpPr>
        <p:spPr>
          <a:xfrm>
            <a:off x="1453650" y="1325938"/>
            <a:ext cx="6236700" cy="2011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500">
                <a:solidFill>
                  <a:schemeClr val="dk1"/>
                </a:solidFill>
              </a:defRPr>
            </a:lvl1pPr>
            <a:lvl2pPr lvl="1" algn="l">
              <a:lnSpc>
                <a:spcPct val="100000"/>
              </a:lnSpc>
              <a:spcBef>
                <a:spcPts val="0"/>
              </a:spcBef>
              <a:spcAft>
                <a:spcPts val="0"/>
              </a:spcAft>
              <a:buSzPts val="1400"/>
              <a:buNone/>
              <a:defRPr sz="2500">
                <a:solidFill>
                  <a:schemeClr val="dk1"/>
                </a:solidFill>
              </a:defRPr>
            </a:lvl2pPr>
            <a:lvl3pPr lvl="2" algn="l">
              <a:lnSpc>
                <a:spcPct val="100000"/>
              </a:lnSpc>
              <a:spcBef>
                <a:spcPts val="0"/>
              </a:spcBef>
              <a:spcAft>
                <a:spcPts val="0"/>
              </a:spcAft>
              <a:buSzPts val="1400"/>
              <a:buNone/>
              <a:defRPr sz="2500">
                <a:solidFill>
                  <a:schemeClr val="dk1"/>
                </a:solidFill>
              </a:defRPr>
            </a:lvl3pPr>
            <a:lvl4pPr lvl="3" algn="l">
              <a:lnSpc>
                <a:spcPct val="100000"/>
              </a:lnSpc>
              <a:spcBef>
                <a:spcPts val="0"/>
              </a:spcBef>
              <a:spcAft>
                <a:spcPts val="0"/>
              </a:spcAft>
              <a:buSzPts val="1400"/>
              <a:buNone/>
              <a:defRPr sz="2500">
                <a:solidFill>
                  <a:schemeClr val="dk1"/>
                </a:solidFill>
              </a:defRPr>
            </a:lvl4pPr>
            <a:lvl5pPr lvl="4" algn="l">
              <a:lnSpc>
                <a:spcPct val="100000"/>
              </a:lnSpc>
              <a:spcBef>
                <a:spcPts val="0"/>
              </a:spcBef>
              <a:spcAft>
                <a:spcPts val="0"/>
              </a:spcAft>
              <a:buSzPts val="1400"/>
              <a:buNone/>
              <a:defRPr sz="2500">
                <a:solidFill>
                  <a:schemeClr val="dk1"/>
                </a:solidFill>
              </a:defRPr>
            </a:lvl5pPr>
            <a:lvl6pPr lvl="5" algn="l">
              <a:lnSpc>
                <a:spcPct val="100000"/>
              </a:lnSpc>
              <a:spcBef>
                <a:spcPts val="0"/>
              </a:spcBef>
              <a:spcAft>
                <a:spcPts val="0"/>
              </a:spcAft>
              <a:buSzPts val="1400"/>
              <a:buNone/>
              <a:defRPr sz="2500">
                <a:solidFill>
                  <a:schemeClr val="dk1"/>
                </a:solidFill>
              </a:defRPr>
            </a:lvl6pPr>
            <a:lvl7pPr lvl="6" algn="l">
              <a:lnSpc>
                <a:spcPct val="100000"/>
              </a:lnSpc>
              <a:spcBef>
                <a:spcPts val="0"/>
              </a:spcBef>
              <a:spcAft>
                <a:spcPts val="0"/>
              </a:spcAft>
              <a:buSzPts val="1400"/>
              <a:buNone/>
              <a:defRPr sz="2500">
                <a:solidFill>
                  <a:schemeClr val="dk1"/>
                </a:solidFill>
              </a:defRPr>
            </a:lvl7pPr>
            <a:lvl8pPr lvl="7" algn="l">
              <a:lnSpc>
                <a:spcPct val="100000"/>
              </a:lnSpc>
              <a:spcBef>
                <a:spcPts val="0"/>
              </a:spcBef>
              <a:spcAft>
                <a:spcPts val="0"/>
              </a:spcAft>
              <a:buSzPts val="1400"/>
              <a:buNone/>
              <a:defRPr sz="2500">
                <a:solidFill>
                  <a:schemeClr val="dk1"/>
                </a:solidFill>
              </a:defRPr>
            </a:lvl8pPr>
            <a:lvl9pPr lvl="8" algn="l">
              <a:lnSpc>
                <a:spcPct val="100000"/>
              </a:lnSpc>
              <a:spcBef>
                <a:spcPts val="0"/>
              </a:spcBef>
              <a:spcAft>
                <a:spcPts val="0"/>
              </a:spcAft>
              <a:buSzPts val="1400"/>
              <a:buNone/>
              <a:defRPr sz="2500">
                <a:solidFill>
                  <a:schemeClr val="dk1"/>
                </a:solidFill>
              </a:defRPr>
            </a:lvl9pPr>
          </a:lstStyle>
          <a:p/>
        </p:txBody>
      </p:sp>
      <p:sp>
        <p:nvSpPr>
          <p:cNvPr id="156" name="Google Shape;156;p28"/>
          <p:cNvSpPr/>
          <p:nvPr>
            <p:ph idx="2" type="pic"/>
          </p:nvPr>
        </p:nvSpPr>
        <p:spPr>
          <a:xfrm>
            <a:off x="1442350" y="3492500"/>
            <a:ext cx="408900" cy="408900"/>
          </a:xfrm>
          <a:prstGeom prst="ellipse">
            <a:avLst/>
          </a:prstGeom>
          <a:noFill/>
          <a:ln>
            <a:noFill/>
          </a:ln>
        </p:spPr>
      </p:sp>
      <p:sp>
        <p:nvSpPr>
          <p:cNvPr id="157" name="Google Shape;157;p28"/>
          <p:cNvSpPr txBox="1"/>
          <p:nvPr>
            <p:ph idx="3" type="subTitle"/>
          </p:nvPr>
        </p:nvSpPr>
        <p:spPr>
          <a:xfrm>
            <a:off x="1957375" y="3536000"/>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lgn="l">
              <a:lnSpc>
                <a:spcPct val="115000"/>
              </a:lnSpc>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58" name="Google Shape;158;p28"/>
          <p:cNvSpPr txBox="1"/>
          <p:nvPr>
            <p:ph idx="4" type="subTitle"/>
          </p:nvPr>
        </p:nvSpPr>
        <p:spPr>
          <a:xfrm>
            <a:off x="1957375" y="3678443"/>
            <a:ext cx="26616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59" name="Shape 159"/>
        <p:cNvGrpSpPr/>
        <p:nvPr/>
      </p:nvGrpSpPr>
      <p:grpSpPr>
        <a:xfrm>
          <a:off x="0" y="0"/>
          <a:ext cx="0" cy="0"/>
          <a:chOff x="0" y="0"/>
          <a:chExt cx="0" cy="0"/>
        </a:xfrm>
      </p:grpSpPr>
      <p:sp>
        <p:nvSpPr>
          <p:cNvPr id="160" name="Google Shape;160;p29"/>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61" name="Google Shape;161;p29"/>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162" name="Google Shape;162;p29"/>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63" name="Google Shape;163;p29"/>
          <p:cNvSpPr txBox="1"/>
          <p:nvPr>
            <p:ph idx="3" type="body"/>
          </p:nvPr>
        </p:nvSpPr>
        <p:spPr>
          <a:xfrm>
            <a:off x="361975" y="3256513"/>
            <a:ext cx="3860100" cy="13275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64" name="Google Shape;164;p29"/>
          <p:cNvSpPr txBox="1"/>
          <p:nvPr>
            <p:ph idx="4" type="title"/>
          </p:nvPr>
        </p:nvSpPr>
        <p:spPr>
          <a:xfrm>
            <a:off x="4800825" y="258072"/>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165" name="Google Shape;165;p29"/>
          <p:cNvSpPr txBox="1"/>
          <p:nvPr>
            <p:ph idx="5" type="title"/>
          </p:nvPr>
        </p:nvSpPr>
        <p:spPr>
          <a:xfrm>
            <a:off x="7094925" y="258072"/>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166" name="Google Shape;166;p29"/>
          <p:cNvSpPr txBox="1"/>
          <p:nvPr>
            <p:ph idx="6" type="title"/>
          </p:nvPr>
        </p:nvSpPr>
        <p:spPr>
          <a:xfrm>
            <a:off x="4800825" y="1698225"/>
            <a:ext cx="1762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4200"/>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167" name="Google Shape;167;p29"/>
          <p:cNvSpPr txBox="1"/>
          <p:nvPr>
            <p:ph idx="7" type="body"/>
          </p:nvPr>
        </p:nvSpPr>
        <p:spPr>
          <a:xfrm>
            <a:off x="4800825" y="4122308"/>
            <a:ext cx="39759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168" name="Google Shape;168;p29"/>
          <p:cNvSpPr txBox="1"/>
          <p:nvPr>
            <p:ph idx="8" type="title"/>
          </p:nvPr>
        </p:nvSpPr>
        <p:spPr>
          <a:xfrm>
            <a:off x="4800825" y="3215225"/>
            <a:ext cx="3975900" cy="798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6200"/>
            </a:lvl1pPr>
            <a:lvl2pPr lvl="1" algn="l">
              <a:lnSpc>
                <a:spcPct val="100000"/>
              </a:lnSpc>
              <a:spcBef>
                <a:spcPts val="0"/>
              </a:spcBef>
              <a:spcAft>
                <a:spcPts val="0"/>
              </a:spcAft>
              <a:buSzPts val="1400"/>
              <a:buNone/>
              <a:defRPr sz="2200">
                <a:solidFill>
                  <a:schemeClr val="dk1"/>
                </a:solidFill>
              </a:defRPr>
            </a:lvl2pPr>
            <a:lvl3pPr lvl="2" algn="l">
              <a:lnSpc>
                <a:spcPct val="100000"/>
              </a:lnSpc>
              <a:spcBef>
                <a:spcPts val="0"/>
              </a:spcBef>
              <a:spcAft>
                <a:spcPts val="0"/>
              </a:spcAft>
              <a:buSzPts val="1400"/>
              <a:buNone/>
              <a:defRPr sz="2200">
                <a:solidFill>
                  <a:schemeClr val="dk1"/>
                </a:solidFill>
              </a:defRPr>
            </a:lvl3pPr>
            <a:lvl4pPr lvl="3" algn="l">
              <a:lnSpc>
                <a:spcPct val="100000"/>
              </a:lnSpc>
              <a:spcBef>
                <a:spcPts val="0"/>
              </a:spcBef>
              <a:spcAft>
                <a:spcPts val="0"/>
              </a:spcAft>
              <a:buSzPts val="1400"/>
              <a:buNone/>
              <a:defRPr sz="2200">
                <a:solidFill>
                  <a:schemeClr val="dk1"/>
                </a:solidFill>
              </a:defRPr>
            </a:lvl4pPr>
            <a:lvl5pPr lvl="4" algn="l">
              <a:lnSpc>
                <a:spcPct val="100000"/>
              </a:lnSpc>
              <a:spcBef>
                <a:spcPts val="0"/>
              </a:spcBef>
              <a:spcAft>
                <a:spcPts val="0"/>
              </a:spcAft>
              <a:buSzPts val="1400"/>
              <a:buNone/>
              <a:defRPr sz="2200">
                <a:solidFill>
                  <a:schemeClr val="dk1"/>
                </a:solidFill>
              </a:defRPr>
            </a:lvl5pPr>
            <a:lvl6pPr lvl="5" algn="l">
              <a:lnSpc>
                <a:spcPct val="100000"/>
              </a:lnSpc>
              <a:spcBef>
                <a:spcPts val="0"/>
              </a:spcBef>
              <a:spcAft>
                <a:spcPts val="0"/>
              </a:spcAft>
              <a:buSzPts val="1400"/>
              <a:buNone/>
              <a:defRPr sz="2200">
                <a:solidFill>
                  <a:schemeClr val="dk1"/>
                </a:solidFill>
              </a:defRPr>
            </a:lvl6pPr>
            <a:lvl7pPr lvl="6" algn="l">
              <a:lnSpc>
                <a:spcPct val="100000"/>
              </a:lnSpc>
              <a:spcBef>
                <a:spcPts val="0"/>
              </a:spcBef>
              <a:spcAft>
                <a:spcPts val="0"/>
              </a:spcAft>
              <a:buSzPts val="1400"/>
              <a:buNone/>
              <a:defRPr sz="2200">
                <a:solidFill>
                  <a:schemeClr val="dk1"/>
                </a:solidFill>
              </a:defRPr>
            </a:lvl7pPr>
            <a:lvl8pPr lvl="7" algn="l">
              <a:lnSpc>
                <a:spcPct val="100000"/>
              </a:lnSpc>
              <a:spcBef>
                <a:spcPts val="0"/>
              </a:spcBef>
              <a:spcAft>
                <a:spcPts val="0"/>
              </a:spcAft>
              <a:buSzPts val="1400"/>
              <a:buNone/>
              <a:defRPr sz="2200">
                <a:solidFill>
                  <a:schemeClr val="dk1"/>
                </a:solidFill>
              </a:defRPr>
            </a:lvl8pPr>
            <a:lvl9pPr lvl="8" algn="l">
              <a:lnSpc>
                <a:spcPct val="100000"/>
              </a:lnSpc>
              <a:spcBef>
                <a:spcPts val="0"/>
              </a:spcBef>
              <a:spcAft>
                <a:spcPts val="0"/>
              </a:spcAft>
              <a:buSzPts val="1400"/>
              <a:buNone/>
              <a:defRPr sz="2200">
                <a:solidFill>
                  <a:schemeClr val="dk1"/>
                </a:solidFill>
              </a:defRPr>
            </a:lvl9pPr>
          </a:lstStyle>
          <a:p/>
        </p:txBody>
      </p:sp>
      <p:sp>
        <p:nvSpPr>
          <p:cNvPr id="169" name="Google Shape;169;p29"/>
          <p:cNvSpPr txBox="1"/>
          <p:nvPr>
            <p:ph idx="9" type="body"/>
          </p:nvPr>
        </p:nvSpPr>
        <p:spPr>
          <a:xfrm>
            <a:off x="4800825" y="22687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70" name="Google Shape;170;p29"/>
          <p:cNvSpPr txBox="1"/>
          <p:nvPr>
            <p:ph idx="13" type="body"/>
          </p:nvPr>
        </p:nvSpPr>
        <p:spPr>
          <a:xfrm>
            <a:off x="7115650" y="22687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71" name="Google Shape;171;p29"/>
          <p:cNvSpPr txBox="1"/>
          <p:nvPr>
            <p:ph idx="14" type="body"/>
          </p:nvPr>
        </p:nvSpPr>
        <p:spPr>
          <a:xfrm>
            <a:off x="4800825" y="860100"/>
            <a:ext cx="17622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172" name="Shape 172"/>
        <p:cNvGrpSpPr/>
        <p:nvPr/>
      </p:nvGrpSpPr>
      <p:grpSpPr>
        <a:xfrm>
          <a:off x="0" y="0"/>
          <a:ext cx="0" cy="0"/>
          <a:chOff x="0" y="0"/>
          <a:chExt cx="0" cy="0"/>
        </a:xfrm>
      </p:grpSpPr>
      <p:sp>
        <p:nvSpPr>
          <p:cNvPr id="173" name="Google Shape;173;p30"/>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74" name="Google Shape;174;p30"/>
          <p:cNvSpPr txBox="1"/>
          <p:nvPr>
            <p:ph type="title"/>
          </p:nvPr>
        </p:nvSpPr>
        <p:spPr>
          <a:xfrm>
            <a:off x="361975" y="988555"/>
            <a:ext cx="38601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solidFill>
                  <a:schemeClr val="dk1"/>
                </a:solidFill>
              </a:defRPr>
            </a:lvl1pPr>
            <a:lvl2pPr lvl="1" algn="l">
              <a:lnSpc>
                <a:spcPct val="90000"/>
              </a:lnSpc>
              <a:spcBef>
                <a:spcPts val="0"/>
              </a:spcBef>
              <a:spcAft>
                <a:spcPts val="0"/>
              </a:spcAft>
              <a:buSzPts val="1400"/>
              <a:buNone/>
              <a:defRPr sz="2200">
                <a:solidFill>
                  <a:schemeClr val="dk1"/>
                </a:solidFill>
              </a:defRPr>
            </a:lvl2pPr>
            <a:lvl3pPr lvl="2" algn="l">
              <a:lnSpc>
                <a:spcPct val="90000"/>
              </a:lnSpc>
              <a:spcBef>
                <a:spcPts val="0"/>
              </a:spcBef>
              <a:spcAft>
                <a:spcPts val="0"/>
              </a:spcAft>
              <a:buSzPts val="1400"/>
              <a:buNone/>
              <a:defRPr sz="2200">
                <a:solidFill>
                  <a:schemeClr val="dk1"/>
                </a:solidFill>
              </a:defRPr>
            </a:lvl3pPr>
            <a:lvl4pPr lvl="3" algn="l">
              <a:lnSpc>
                <a:spcPct val="90000"/>
              </a:lnSpc>
              <a:spcBef>
                <a:spcPts val="0"/>
              </a:spcBef>
              <a:spcAft>
                <a:spcPts val="0"/>
              </a:spcAft>
              <a:buSzPts val="1400"/>
              <a:buNone/>
              <a:defRPr sz="2200">
                <a:solidFill>
                  <a:schemeClr val="dk1"/>
                </a:solidFill>
              </a:defRPr>
            </a:lvl4pPr>
            <a:lvl5pPr lvl="4" algn="l">
              <a:lnSpc>
                <a:spcPct val="90000"/>
              </a:lnSpc>
              <a:spcBef>
                <a:spcPts val="0"/>
              </a:spcBef>
              <a:spcAft>
                <a:spcPts val="0"/>
              </a:spcAft>
              <a:buSzPts val="1400"/>
              <a:buNone/>
              <a:defRPr sz="2200">
                <a:solidFill>
                  <a:schemeClr val="dk1"/>
                </a:solidFill>
              </a:defRPr>
            </a:lvl5pPr>
            <a:lvl6pPr lvl="5" algn="l">
              <a:lnSpc>
                <a:spcPct val="90000"/>
              </a:lnSpc>
              <a:spcBef>
                <a:spcPts val="0"/>
              </a:spcBef>
              <a:spcAft>
                <a:spcPts val="0"/>
              </a:spcAft>
              <a:buSzPts val="1400"/>
              <a:buNone/>
              <a:defRPr sz="2200">
                <a:solidFill>
                  <a:schemeClr val="dk1"/>
                </a:solidFill>
              </a:defRPr>
            </a:lvl6pPr>
            <a:lvl7pPr lvl="6" algn="l">
              <a:lnSpc>
                <a:spcPct val="90000"/>
              </a:lnSpc>
              <a:spcBef>
                <a:spcPts val="0"/>
              </a:spcBef>
              <a:spcAft>
                <a:spcPts val="0"/>
              </a:spcAft>
              <a:buSzPts val="1400"/>
              <a:buNone/>
              <a:defRPr sz="2200">
                <a:solidFill>
                  <a:schemeClr val="dk1"/>
                </a:solidFill>
              </a:defRPr>
            </a:lvl7pPr>
            <a:lvl8pPr lvl="7" algn="l">
              <a:lnSpc>
                <a:spcPct val="90000"/>
              </a:lnSpc>
              <a:spcBef>
                <a:spcPts val="0"/>
              </a:spcBef>
              <a:spcAft>
                <a:spcPts val="0"/>
              </a:spcAft>
              <a:buSzPts val="1400"/>
              <a:buNone/>
              <a:defRPr sz="2200">
                <a:solidFill>
                  <a:schemeClr val="dk1"/>
                </a:solidFill>
              </a:defRPr>
            </a:lvl8pPr>
            <a:lvl9pPr lvl="8" algn="l">
              <a:lnSpc>
                <a:spcPct val="90000"/>
              </a:lnSpc>
              <a:spcBef>
                <a:spcPts val="0"/>
              </a:spcBef>
              <a:spcAft>
                <a:spcPts val="0"/>
              </a:spcAft>
              <a:buSzPts val="1400"/>
              <a:buNone/>
              <a:defRPr sz="2200">
                <a:solidFill>
                  <a:schemeClr val="dk1"/>
                </a:solidFill>
              </a:defRPr>
            </a:lvl9pPr>
          </a:lstStyle>
          <a:p/>
        </p:txBody>
      </p:sp>
      <p:sp>
        <p:nvSpPr>
          <p:cNvPr id="175" name="Google Shape;175;p30"/>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76" name="Google Shape;176;p30"/>
          <p:cNvSpPr txBox="1"/>
          <p:nvPr>
            <p:ph idx="3" type="body"/>
          </p:nvPr>
        </p:nvSpPr>
        <p:spPr>
          <a:xfrm>
            <a:off x="4800825" y="3665600"/>
            <a:ext cx="3975900" cy="1114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77" name="Google Shape;177;p30"/>
          <p:cNvSpPr txBox="1"/>
          <p:nvPr>
            <p:ph idx="4" type="subTitle"/>
          </p:nvPr>
        </p:nvSpPr>
        <p:spPr>
          <a:xfrm>
            <a:off x="4800825" y="3285232"/>
            <a:ext cx="39759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178" name="Google Shape;178;p30"/>
          <p:cNvSpPr txBox="1"/>
          <p:nvPr>
            <p:ph idx="5" type="body"/>
          </p:nvPr>
        </p:nvSpPr>
        <p:spPr>
          <a:xfrm>
            <a:off x="2611802" y="3665600"/>
            <a:ext cx="1627500" cy="11142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SzPts val="1000"/>
              <a:buFont typeface="DM Sans"/>
              <a:buChar char="●"/>
              <a:defRPr sz="1000"/>
            </a:lvl1pPr>
            <a:lvl2pPr indent="-292100" lvl="1" marL="914400" algn="l">
              <a:lnSpc>
                <a:spcPct val="100000"/>
              </a:lnSpc>
              <a:spcBef>
                <a:spcPts val="800"/>
              </a:spcBef>
              <a:spcAft>
                <a:spcPts val="0"/>
              </a:spcAft>
              <a:buSzPts val="1000"/>
              <a:buFont typeface="DM Sans"/>
              <a:buChar char="○"/>
              <a:defRPr sz="1000"/>
            </a:lvl2pPr>
            <a:lvl3pPr indent="-292100" lvl="2" marL="1371600" algn="l">
              <a:lnSpc>
                <a:spcPct val="100000"/>
              </a:lnSpc>
              <a:spcBef>
                <a:spcPts val="800"/>
              </a:spcBef>
              <a:spcAft>
                <a:spcPts val="0"/>
              </a:spcAft>
              <a:buSzPts val="1000"/>
              <a:buFont typeface="DM Sans"/>
              <a:buChar char="■"/>
              <a:defRPr sz="1000"/>
            </a:lvl3pPr>
            <a:lvl4pPr indent="-292100" lvl="3" marL="1828800" algn="l">
              <a:lnSpc>
                <a:spcPct val="100000"/>
              </a:lnSpc>
              <a:spcBef>
                <a:spcPts val="800"/>
              </a:spcBef>
              <a:spcAft>
                <a:spcPts val="0"/>
              </a:spcAft>
              <a:buSzPts val="1000"/>
              <a:buFont typeface="DM Sans"/>
              <a:buChar char="●"/>
              <a:defRPr sz="1000"/>
            </a:lvl4pPr>
            <a:lvl5pPr indent="-292100" lvl="4" marL="2286000" algn="l">
              <a:lnSpc>
                <a:spcPct val="100000"/>
              </a:lnSpc>
              <a:spcBef>
                <a:spcPts val="800"/>
              </a:spcBef>
              <a:spcAft>
                <a:spcPts val="0"/>
              </a:spcAft>
              <a:buSzPts val="1000"/>
              <a:buFont typeface="DM Sans"/>
              <a:buChar char="○"/>
              <a:defRPr sz="1000"/>
            </a:lvl5pPr>
            <a:lvl6pPr indent="-292100" lvl="5" marL="2743200" algn="l">
              <a:lnSpc>
                <a:spcPct val="100000"/>
              </a:lnSpc>
              <a:spcBef>
                <a:spcPts val="800"/>
              </a:spcBef>
              <a:spcAft>
                <a:spcPts val="0"/>
              </a:spcAft>
              <a:buSzPts val="1000"/>
              <a:buFont typeface="DM Sans"/>
              <a:buChar char="■"/>
              <a:defRPr sz="1000"/>
            </a:lvl6pPr>
            <a:lvl7pPr indent="-292100" lvl="6" marL="3200400" algn="l">
              <a:lnSpc>
                <a:spcPct val="100000"/>
              </a:lnSpc>
              <a:spcBef>
                <a:spcPts val="800"/>
              </a:spcBef>
              <a:spcAft>
                <a:spcPts val="0"/>
              </a:spcAft>
              <a:buSzPts val="1000"/>
              <a:buFont typeface="DM Sans"/>
              <a:buChar char="●"/>
              <a:defRPr sz="1000"/>
            </a:lvl7pPr>
            <a:lvl8pPr indent="-292100" lvl="7" marL="3657600" algn="l">
              <a:lnSpc>
                <a:spcPct val="100000"/>
              </a:lnSpc>
              <a:spcBef>
                <a:spcPts val="800"/>
              </a:spcBef>
              <a:spcAft>
                <a:spcPts val="0"/>
              </a:spcAft>
              <a:buSzPts val="1000"/>
              <a:buFont typeface="DM Sans"/>
              <a:buChar char="○"/>
              <a:defRPr sz="1000"/>
            </a:lvl8pPr>
            <a:lvl9pPr indent="-292100" lvl="8" marL="4114800" algn="l">
              <a:lnSpc>
                <a:spcPct val="100000"/>
              </a:lnSpc>
              <a:spcBef>
                <a:spcPts val="800"/>
              </a:spcBef>
              <a:spcAft>
                <a:spcPts val="800"/>
              </a:spcAft>
              <a:buSzPts val="1000"/>
              <a:buFont typeface="DM Sans"/>
              <a:buChar char="■"/>
              <a:defRPr sz="1000"/>
            </a:lvl9pPr>
          </a:lstStyle>
          <a:p/>
        </p:txBody>
      </p:sp>
      <p:sp>
        <p:nvSpPr>
          <p:cNvPr id="179" name="Google Shape;179;p30"/>
          <p:cNvSpPr txBox="1"/>
          <p:nvPr>
            <p:ph idx="6" type="subTitle"/>
          </p:nvPr>
        </p:nvSpPr>
        <p:spPr>
          <a:xfrm>
            <a:off x="2611802" y="3285232"/>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200"/>
              <a:buNone/>
              <a:defRPr sz="1200"/>
            </a:lvl1pPr>
            <a:lvl2pPr lvl="1" algn="l">
              <a:lnSpc>
                <a:spcPct val="115000"/>
              </a:lnSpc>
              <a:spcBef>
                <a:spcPts val="0"/>
              </a:spcBef>
              <a:spcAft>
                <a:spcPts val="0"/>
              </a:spcAft>
              <a:buSzPts val="1200"/>
              <a:buNone/>
              <a:defRPr sz="1200"/>
            </a:lvl2pPr>
            <a:lvl3pPr lvl="2" algn="l">
              <a:lnSpc>
                <a:spcPct val="115000"/>
              </a:lnSpc>
              <a:spcBef>
                <a:spcPts val="0"/>
              </a:spcBef>
              <a:spcAft>
                <a:spcPts val="0"/>
              </a:spcAft>
              <a:buSzPts val="1200"/>
              <a:buNone/>
              <a:defRPr sz="1200"/>
            </a:lvl3pPr>
            <a:lvl4pPr lvl="3" algn="l">
              <a:lnSpc>
                <a:spcPct val="115000"/>
              </a:lnSpc>
              <a:spcBef>
                <a:spcPts val="0"/>
              </a:spcBef>
              <a:spcAft>
                <a:spcPts val="0"/>
              </a:spcAft>
              <a:buSzPts val="1200"/>
              <a:buNone/>
              <a:defRPr sz="1200"/>
            </a:lvl4pPr>
            <a:lvl5pPr lvl="4" algn="l">
              <a:lnSpc>
                <a:spcPct val="115000"/>
              </a:lnSpc>
              <a:spcBef>
                <a:spcPts val="0"/>
              </a:spcBef>
              <a:spcAft>
                <a:spcPts val="0"/>
              </a:spcAft>
              <a:buSzPts val="1200"/>
              <a:buNone/>
              <a:defRPr sz="1200"/>
            </a:lvl5pPr>
            <a:lvl6pPr lvl="5" algn="l">
              <a:lnSpc>
                <a:spcPct val="115000"/>
              </a:lnSpc>
              <a:spcBef>
                <a:spcPts val="0"/>
              </a:spcBef>
              <a:spcAft>
                <a:spcPts val="0"/>
              </a:spcAft>
              <a:buSzPts val="1200"/>
              <a:buNone/>
              <a:defRPr sz="1200"/>
            </a:lvl6pPr>
            <a:lvl7pPr lvl="6" algn="l">
              <a:lnSpc>
                <a:spcPct val="115000"/>
              </a:lnSpc>
              <a:spcBef>
                <a:spcPts val="0"/>
              </a:spcBef>
              <a:spcAft>
                <a:spcPts val="0"/>
              </a:spcAft>
              <a:buSzPts val="1200"/>
              <a:buNone/>
              <a:defRPr sz="1200"/>
            </a:lvl7pPr>
            <a:lvl8pPr lvl="7" algn="l">
              <a:lnSpc>
                <a:spcPct val="115000"/>
              </a:lnSpc>
              <a:spcBef>
                <a:spcPts val="0"/>
              </a:spcBef>
              <a:spcAft>
                <a:spcPts val="0"/>
              </a:spcAft>
              <a:buSzPts val="1200"/>
              <a:buNone/>
              <a:defRPr sz="1200"/>
            </a:lvl8pPr>
            <a:lvl9pPr lvl="8" algn="l">
              <a:lnSpc>
                <a:spcPct val="115000"/>
              </a:lnSpc>
              <a:spcBef>
                <a:spcPts val="0"/>
              </a:spcBef>
              <a:spcAft>
                <a:spcPts val="0"/>
              </a:spcAft>
              <a:buSzPts val="1200"/>
              <a:buNone/>
              <a:defRPr sz="1200"/>
            </a:lvl9pPr>
          </a:lstStyle>
          <a:p/>
        </p:txBody>
      </p:sp>
      <p:sp>
        <p:nvSpPr>
          <p:cNvPr id="180" name="Google Shape;180;p30"/>
          <p:cNvSpPr txBox="1"/>
          <p:nvPr>
            <p:ph idx="7" type="body"/>
          </p:nvPr>
        </p:nvSpPr>
        <p:spPr>
          <a:xfrm>
            <a:off x="361977" y="3665600"/>
            <a:ext cx="1627500" cy="11142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81" name="Google Shape;181;p30"/>
          <p:cNvSpPr txBox="1"/>
          <p:nvPr>
            <p:ph idx="8" type="subTitle"/>
          </p:nvPr>
        </p:nvSpPr>
        <p:spPr>
          <a:xfrm>
            <a:off x="361977" y="3285232"/>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182" name="Google Shape;182;p30"/>
          <p:cNvSpPr txBox="1"/>
          <p:nvPr>
            <p:ph idx="9" type="body"/>
          </p:nvPr>
        </p:nvSpPr>
        <p:spPr>
          <a:xfrm>
            <a:off x="4900725" y="1196103"/>
            <a:ext cx="1627500" cy="138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dk1"/>
              </a:buClr>
              <a:buSzPts val="1000"/>
              <a:buFont typeface="DM Sans"/>
              <a:buChar char="●"/>
              <a:defRPr sz="1000">
                <a:solidFill>
                  <a:schemeClr val="dk1"/>
                </a:solidFill>
              </a:defRPr>
            </a:lvl1pPr>
            <a:lvl2pPr indent="-292100" lvl="1" marL="914400" algn="l">
              <a:lnSpc>
                <a:spcPct val="115000"/>
              </a:lnSpc>
              <a:spcBef>
                <a:spcPts val="800"/>
              </a:spcBef>
              <a:spcAft>
                <a:spcPts val="0"/>
              </a:spcAft>
              <a:buClr>
                <a:schemeClr val="dk1"/>
              </a:buClr>
              <a:buSzPts val="1000"/>
              <a:buFont typeface="DM Sans"/>
              <a:buChar char="○"/>
              <a:defRPr sz="1000">
                <a:solidFill>
                  <a:schemeClr val="dk1"/>
                </a:solidFill>
              </a:defRPr>
            </a:lvl2pPr>
            <a:lvl3pPr indent="-292100" lvl="2" marL="1371600" algn="l">
              <a:lnSpc>
                <a:spcPct val="115000"/>
              </a:lnSpc>
              <a:spcBef>
                <a:spcPts val="800"/>
              </a:spcBef>
              <a:spcAft>
                <a:spcPts val="0"/>
              </a:spcAft>
              <a:buClr>
                <a:schemeClr val="dk1"/>
              </a:buClr>
              <a:buSzPts val="1000"/>
              <a:buFont typeface="DM Sans"/>
              <a:buChar char="■"/>
              <a:defRPr sz="1000">
                <a:solidFill>
                  <a:schemeClr val="dk1"/>
                </a:solidFill>
              </a:defRPr>
            </a:lvl3pPr>
            <a:lvl4pPr indent="-292100" lvl="3" marL="1828800" algn="l">
              <a:lnSpc>
                <a:spcPct val="115000"/>
              </a:lnSpc>
              <a:spcBef>
                <a:spcPts val="800"/>
              </a:spcBef>
              <a:spcAft>
                <a:spcPts val="0"/>
              </a:spcAft>
              <a:buClr>
                <a:schemeClr val="dk1"/>
              </a:buClr>
              <a:buSzPts val="1000"/>
              <a:buFont typeface="DM Sans"/>
              <a:buChar char="●"/>
              <a:defRPr sz="1000">
                <a:solidFill>
                  <a:schemeClr val="dk1"/>
                </a:solidFill>
              </a:defRPr>
            </a:lvl4pPr>
            <a:lvl5pPr indent="-292100" lvl="4" marL="2286000" algn="l">
              <a:lnSpc>
                <a:spcPct val="115000"/>
              </a:lnSpc>
              <a:spcBef>
                <a:spcPts val="800"/>
              </a:spcBef>
              <a:spcAft>
                <a:spcPts val="0"/>
              </a:spcAft>
              <a:buClr>
                <a:schemeClr val="dk1"/>
              </a:buClr>
              <a:buSzPts val="1000"/>
              <a:buFont typeface="DM Sans"/>
              <a:buChar char="○"/>
              <a:defRPr sz="1000">
                <a:solidFill>
                  <a:schemeClr val="dk1"/>
                </a:solidFill>
              </a:defRPr>
            </a:lvl5pPr>
            <a:lvl6pPr indent="-292100" lvl="5" marL="2743200" algn="l">
              <a:lnSpc>
                <a:spcPct val="115000"/>
              </a:lnSpc>
              <a:spcBef>
                <a:spcPts val="800"/>
              </a:spcBef>
              <a:spcAft>
                <a:spcPts val="0"/>
              </a:spcAft>
              <a:buClr>
                <a:schemeClr val="dk1"/>
              </a:buClr>
              <a:buSzPts val="1000"/>
              <a:buFont typeface="DM Sans"/>
              <a:buChar char="■"/>
              <a:defRPr sz="1000">
                <a:solidFill>
                  <a:schemeClr val="dk1"/>
                </a:solidFill>
              </a:defRPr>
            </a:lvl6pPr>
            <a:lvl7pPr indent="-292100" lvl="6" marL="3200400" algn="l">
              <a:lnSpc>
                <a:spcPct val="115000"/>
              </a:lnSpc>
              <a:spcBef>
                <a:spcPts val="800"/>
              </a:spcBef>
              <a:spcAft>
                <a:spcPts val="0"/>
              </a:spcAft>
              <a:buClr>
                <a:schemeClr val="dk1"/>
              </a:buClr>
              <a:buSzPts val="1000"/>
              <a:buFont typeface="DM Sans"/>
              <a:buChar char="●"/>
              <a:defRPr sz="1000">
                <a:solidFill>
                  <a:schemeClr val="dk1"/>
                </a:solidFill>
              </a:defRPr>
            </a:lvl7pPr>
            <a:lvl8pPr indent="-292100" lvl="7" marL="3657600" algn="l">
              <a:lnSpc>
                <a:spcPct val="115000"/>
              </a:lnSpc>
              <a:spcBef>
                <a:spcPts val="800"/>
              </a:spcBef>
              <a:spcAft>
                <a:spcPts val="0"/>
              </a:spcAft>
              <a:buClr>
                <a:schemeClr val="dk1"/>
              </a:buClr>
              <a:buSzPts val="1000"/>
              <a:buFont typeface="DM Sans"/>
              <a:buChar char="○"/>
              <a:defRPr sz="1000">
                <a:solidFill>
                  <a:schemeClr val="dk1"/>
                </a:solidFill>
              </a:defRPr>
            </a:lvl8pPr>
            <a:lvl9pPr indent="-292100" lvl="8" marL="4114800" algn="l">
              <a:lnSpc>
                <a:spcPct val="115000"/>
              </a:lnSpc>
              <a:spcBef>
                <a:spcPts val="800"/>
              </a:spcBef>
              <a:spcAft>
                <a:spcPts val="800"/>
              </a:spcAft>
              <a:buClr>
                <a:schemeClr val="dk1"/>
              </a:buClr>
              <a:buSzPts val="1000"/>
              <a:buFont typeface="DM Sans"/>
              <a:buChar char="■"/>
              <a:defRPr sz="1000">
                <a:solidFill>
                  <a:schemeClr val="dk1"/>
                </a:solidFill>
              </a:defRPr>
            </a:lvl9pPr>
          </a:lstStyle>
          <a:p/>
        </p:txBody>
      </p:sp>
      <p:sp>
        <p:nvSpPr>
          <p:cNvPr id="183" name="Google Shape;183;p30"/>
          <p:cNvSpPr txBox="1"/>
          <p:nvPr>
            <p:ph idx="13" type="subTitle"/>
          </p:nvPr>
        </p:nvSpPr>
        <p:spPr>
          <a:xfrm>
            <a:off x="4900725" y="706863"/>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Clr>
                <a:schemeClr val="dk1"/>
              </a:buClr>
              <a:buSzPts val="1200"/>
              <a:buNone/>
              <a:defRPr sz="1200">
                <a:solidFill>
                  <a:schemeClr val="dk1"/>
                </a:solidFill>
              </a:defRPr>
            </a:lvl1pPr>
            <a:lvl2pPr lvl="1" algn="l">
              <a:lnSpc>
                <a:spcPct val="115000"/>
              </a:lnSpc>
              <a:spcBef>
                <a:spcPts val="0"/>
              </a:spcBef>
              <a:spcAft>
                <a:spcPts val="0"/>
              </a:spcAft>
              <a:buClr>
                <a:schemeClr val="dk1"/>
              </a:buClr>
              <a:buSzPts val="1200"/>
              <a:buNone/>
              <a:defRPr sz="1200">
                <a:solidFill>
                  <a:schemeClr val="dk1"/>
                </a:solidFill>
              </a:defRPr>
            </a:lvl2pPr>
            <a:lvl3pPr lvl="2" algn="l">
              <a:lnSpc>
                <a:spcPct val="115000"/>
              </a:lnSpc>
              <a:spcBef>
                <a:spcPts val="0"/>
              </a:spcBef>
              <a:spcAft>
                <a:spcPts val="0"/>
              </a:spcAft>
              <a:buClr>
                <a:schemeClr val="dk1"/>
              </a:buClr>
              <a:buSzPts val="1200"/>
              <a:buNone/>
              <a:defRPr sz="1200">
                <a:solidFill>
                  <a:schemeClr val="dk1"/>
                </a:solidFill>
              </a:defRPr>
            </a:lvl3pPr>
            <a:lvl4pPr lvl="3" algn="l">
              <a:lnSpc>
                <a:spcPct val="115000"/>
              </a:lnSpc>
              <a:spcBef>
                <a:spcPts val="0"/>
              </a:spcBef>
              <a:spcAft>
                <a:spcPts val="0"/>
              </a:spcAft>
              <a:buClr>
                <a:schemeClr val="dk1"/>
              </a:buClr>
              <a:buSzPts val="1200"/>
              <a:buNone/>
              <a:defRPr sz="1200">
                <a:solidFill>
                  <a:schemeClr val="dk1"/>
                </a:solidFill>
              </a:defRPr>
            </a:lvl4pPr>
            <a:lvl5pPr lvl="4" algn="l">
              <a:lnSpc>
                <a:spcPct val="115000"/>
              </a:lnSpc>
              <a:spcBef>
                <a:spcPts val="0"/>
              </a:spcBef>
              <a:spcAft>
                <a:spcPts val="0"/>
              </a:spcAft>
              <a:buClr>
                <a:schemeClr val="dk1"/>
              </a:buClr>
              <a:buSzPts val="1200"/>
              <a:buNone/>
              <a:defRPr sz="1200">
                <a:solidFill>
                  <a:schemeClr val="dk1"/>
                </a:solidFill>
              </a:defRPr>
            </a:lvl5pPr>
            <a:lvl6pPr lvl="5" algn="l">
              <a:lnSpc>
                <a:spcPct val="115000"/>
              </a:lnSpc>
              <a:spcBef>
                <a:spcPts val="0"/>
              </a:spcBef>
              <a:spcAft>
                <a:spcPts val="0"/>
              </a:spcAft>
              <a:buClr>
                <a:schemeClr val="dk1"/>
              </a:buClr>
              <a:buSzPts val="1200"/>
              <a:buNone/>
              <a:defRPr sz="1200">
                <a:solidFill>
                  <a:schemeClr val="dk1"/>
                </a:solidFill>
              </a:defRPr>
            </a:lvl6pPr>
            <a:lvl7pPr lvl="6" algn="l">
              <a:lnSpc>
                <a:spcPct val="115000"/>
              </a:lnSpc>
              <a:spcBef>
                <a:spcPts val="0"/>
              </a:spcBef>
              <a:spcAft>
                <a:spcPts val="0"/>
              </a:spcAft>
              <a:buClr>
                <a:schemeClr val="dk1"/>
              </a:buClr>
              <a:buSzPts val="1200"/>
              <a:buNone/>
              <a:defRPr sz="1200">
                <a:solidFill>
                  <a:schemeClr val="dk1"/>
                </a:solidFill>
              </a:defRPr>
            </a:lvl7pPr>
            <a:lvl8pPr lvl="7" algn="l">
              <a:lnSpc>
                <a:spcPct val="115000"/>
              </a:lnSpc>
              <a:spcBef>
                <a:spcPts val="0"/>
              </a:spcBef>
              <a:spcAft>
                <a:spcPts val="0"/>
              </a:spcAft>
              <a:buClr>
                <a:schemeClr val="dk1"/>
              </a:buClr>
              <a:buSzPts val="1200"/>
              <a:buNone/>
              <a:defRPr sz="1200">
                <a:solidFill>
                  <a:schemeClr val="dk1"/>
                </a:solidFill>
              </a:defRPr>
            </a:lvl8pPr>
            <a:lvl9pPr lvl="8" algn="l">
              <a:lnSpc>
                <a:spcPct val="115000"/>
              </a:lnSpc>
              <a:spcBef>
                <a:spcPts val="0"/>
              </a:spcBef>
              <a:spcAft>
                <a:spcPts val="0"/>
              </a:spcAft>
              <a:buClr>
                <a:schemeClr val="dk1"/>
              </a:buClr>
              <a:buSzPts val="1200"/>
              <a:buNone/>
              <a:defRPr sz="1200">
                <a:solidFill>
                  <a:schemeClr val="dk1"/>
                </a:solidFill>
              </a:defRPr>
            </a:lvl9pPr>
          </a:lstStyle>
          <a:p/>
        </p:txBody>
      </p:sp>
      <p:sp>
        <p:nvSpPr>
          <p:cNvPr id="184" name="Google Shape;184;p30"/>
          <p:cNvSpPr txBox="1"/>
          <p:nvPr>
            <p:ph idx="14" type="body"/>
          </p:nvPr>
        </p:nvSpPr>
        <p:spPr>
          <a:xfrm>
            <a:off x="7149175" y="1196103"/>
            <a:ext cx="1627500" cy="13854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a:buChar char="●"/>
              <a:defRPr sz="1000"/>
            </a:lvl1pPr>
            <a:lvl2pPr indent="-292100" lvl="1" marL="914400" algn="l">
              <a:lnSpc>
                <a:spcPct val="115000"/>
              </a:lnSpc>
              <a:spcBef>
                <a:spcPts val="800"/>
              </a:spcBef>
              <a:spcAft>
                <a:spcPts val="0"/>
              </a:spcAft>
              <a:buClr>
                <a:schemeClr val="lt1"/>
              </a:buClr>
              <a:buSzPts val="1000"/>
              <a:buFont typeface="DM Sans"/>
              <a:buChar char="○"/>
              <a:defRPr sz="1000"/>
            </a:lvl2pPr>
            <a:lvl3pPr indent="-292100" lvl="2" marL="1371600" algn="l">
              <a:lnSpc>
                <a:spcPct val="115000"/>
              </a:lnSpc>
              <a:spcBef>
                <a:spcPts val="800"/>
              </a:spcBef>
              <a:spcAft>
                <a:spcPts val="0"/>
              </a:spcAft>
              <a:buClr>
                <a:schemeClr val="lt1"/>
              </a:buClr>
              <a:buSzPts val="1000"/>
              <a:buFont typeface="DM Sans"/>
              <a:buChar char="■"/>
              <a:defRPr sz="1000"/>
            </a:lvl3pPr>
            <a:lvl4pPr indent="-292100" lvl="3" marL="1828800" algn="l">
              <a:lnSpc>
                <a:spcPct val="115000"/>
              </a:lnSpc>
              <a:spcBef>
                <a:spcPts val="800"/>
              </a:spcBef>
              <a:spcAft>
                <a:spcPts val="0"/>
              </a:spcAft>
              <a:buClr>
                <a:schemeClr val="lt1"/>
              </a:buClr>
              <a:buSzPts val="1000"/>
              <a:buFont typeface="DM Sans"/>
              <a:buChar char="●"/>
              <a:defRPr sz="1000"/>
            </a:lvl4pPr>
            <a:lvl5pPr indent="-292100" lvl="4" marL="2286000" algn="l">
              <a:lnSpc>
                <a:spcPct val="115000"/>
              </a:lnSpc>
              <a:spcBef>
                <a:spcPts val="800"/>
              </a:spcBef>
              <a:spcAft>
                <a:spcPts val="0"/>
              </a:spcAft>
              <a:buClr>
                <a:schemeClr val="lt1"/>
              </a:buClr>
              <a:buSzPts val="1000"/>
              <a:buFont typeface="DM Sans"/>
              <a:buChar char="○"/>
              <a:defRPr sz="1000"/>
            </a:lvl5pPr>
            <a:lvl6pPr indent="-292100" lvl="5" marL="2743200" algn="l">
              <a:lnSpc>
                <a:spcPct val="115000"/>
              </a:lnSpc>
              <a:spcBef>
                <a:spcPts val="800"/>
              </a:spcBef>
              <a:spcAft>
                <a:spcPts val="0"/>
              </a:spcAft>
              <a:buClr>
                <a:schemeClr val="lt1"/>
              </a:buClr>
              <a:buSzPts val="1000"/>
              <a:buFont typeface="DM Sans"/>
              <a:buChar char="■"/>
              <a:defRPr sz="1000"/>
            </a:lvl6pPr>
            <a:lvl7pPr indent="-292100" lvl="6" marL="3200400" algn="l">
              <a:lnSpc>
                <a:spcPct val="115000"/>
              </a:lnSpc>
              <a:spcBef>
                <a:spcPts val="800"/>
              </a:spcBef>
              <a:spcAft>
                <a:spcPts val="0"/>
              </a:spcAft>
              <a:buClr>
                <a:schemeClr val="lt1"/>
              </a:buClr>
              <a:buSzPts val="1000"/>
              <a:buFont typeface="DM Sans"/>
              <a:buChar char="●"/>
              <a:defRPr sz="1000"/>
            </a:lvl7pPr>
            <a:lvl8pPr indent="-292100" lvl="7" marL="3657600" algn="l">
              <a:lnSpc>
                <a:spcPct val="115000"/>
              </a:lnSpc>
              <a:spcBef>
                <a:spcPts val="800"/>
              </a:spcBef>
              <a:spcAft>
                <a:spcPts val="0"/>
              </a:spcAft>
              <a:buClr>
                <a:schemeClr val="lt1"/>
              </a:buClr>
              <a:buSzPts val="1000"/>
              <a:buFont typeface="DM Sans"/>
              <a:buChar char="○"/>
              <a:defRPr sz="1000"/>
            </a:lvl8pPr>
            <a:lvl9pPr indent="-292100" lvl="8" marL="4114800" algn="l">
              <a:lnSpc>
                <a:spcPct val="115000"/>
              </a:lnSpc>
              <a:spcBef>
                <a:spcPts val="800"/>
              </a:spcBef>
              <a:spcAft>
                <a:spcPts val="800"/>
              </a:spcAft>
              <a:buClr>
                <a:schemeClr val="lt1"/>
              </a:buClr>
              <a:buSzPts val="1000"/>
              <a:buFont typeface="DM Sans"/>
              <a:buChar char="■"/>
              <a:defRPr sz="1000"/>
            </a:lvl9pPr>
          </a:lstStyle>
          <a:p/>
        </p:txBody>
      </p:sp>
      <p:sp>
        <p:nvSpPr>
          <p:cNvPr id="185" name="Google Shape;185;p30"/>
          <p:cNvSpPr txBox="1"/>
          <p:nvPr>
            <p:ph idx="15" type="subTitle"/>
          </p:nvPr>
        </p:nvSpPr>
        <p:spPr>
          <a:xfrm>
            <a:off x="7149175" y="706863"/>
            <a:ext cx="1627500" cy="1878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200"/>
              <a:buNone/>
              <a:defRPr sz="1200"/>
            </a:lvl1pPr>
            <a:lvl2pPr lvl="1" algn="l">
              <a:lnSpc>
                <a:spcPct val="115000"/>
              </a:lnSpc>
              <a:spcBef>
                <a:spcPts val="0"/>
              </a:spcBef>
              <a:spcAft>
                <a:spcPts val="0"/>
              </a:spcAft>
              <a:buSzPts val="1200"/>
              <a:buNone/>
              <a:defRPr sz="1200"/>
            </a:lvl2pPr>
            <a:lvl3pPr lvl="2" algn="l">
              <a:lnSpc>
                <a:spcPct val="115000"/>
              </a:lnSpc>
              <a:spcBef>
                <a:spcPts val="0"/>
              </a:spcBef>
              <a:spcAft>
                <a:spcPts val="0"/>
              </a:spcAft>
              <a:buSzPts val="1200"/>
              <a:buNone/>
              <a:defRPr sz="1200"/>
            </a:lvl3pPr>
            <a:lvl4pPr lvl="3" algn="l">
              <a:lnSpc>
                <a:spcPct val="115000"/>
              </a:lnSpc>
              <a:spcBef>
                <a:spcPts val="0"/>
              </a:spcBef>
              <a:spcAft>
                <a:spcPts val="0"/>
              </a:spcAft>
              <a:buSzPts val="1200"/>
              <a:buNone/>
              <a:defRPr sz="1200"/>
            </a:lvl4pPr>
            <a:lvl5pPr lvl="4" algn="l">
              <a:lnSpc>
                <a:spcPct val="115000"/>
              </a:lnSpc>
              <a:spcBef>
                <a:spcPts val="0"/>
              </a:spcBef>
              <a:spcAft>
                <a:spcPts val="0"/>
              </a:spcAft>
              <a:buSzPts val="1200"/>
              <a:buNone/>
              <a:defRPr sz="1200"/>
            </a:lvl5pPr>
            <a:lvl6pPr lvl="5" algn="l">
              <a:lnSpc>
                <a:spcPct val="115000"/>
              </a:lnSpc>
              <a:spcBef>
                <a:spcPts val="0"/>
              </a:spcBef>
              <a:spcAft>
                <a:spcPts val="0"/>
              </a:spcAft>
              <a:buSzPts val="1200"/>
              <a:buNone/>
              <a:defRPr sz="1200"/>
            </a:lvl6pPr>
            <a:lvl7pPr lvl="6" algn="l">
              <a:lnSpc>
                <a:spcPct val="115000"/>
              </a:lnSpc>
              <a:spcBef>
                <a:spcPts val="0"/>
              </a:spcBef>
              <a:spcAft>
                <a:spcPts val="0"/>
              </a:spcAft>
              <a:buSzPts val="1200"/>
              <a:buNone/>
              <a:defRPr sz="1200"/>
            </a:lvl7pPr>
            <a:lvl8pPr lvl="7" algn="l">
              <a:lnSpc>
                <a:spcPct val="115000"/>
              </a:lnSpc>
              <a:spcBef>
                <a:spcPts val="0"/>
              </a:spcBef>
              <a:spcAft>
                <a:spcPts val="0"/>
              </a:spcAft>
              <a:buSzPts val="1200"/>
              <a:buNone/>
              <a:defRPr sz="1200"/>
            </a:lvl8pPr>
            <a:lvl9pPr lvl="8" algn="l">
              <a:lnSpc>
                <a:spcPct val="115000"/>
              </a:lnSpc>
              <a:spcBef>
                <a:spcPts val="0"/>
              </a:spcBef>
              <a:spcAft>
                <a:spcPts val="0"/>
              </a:spcAft>
              <a:buSzPts val="1200"/>
              <a:buNone/>
              <a:defRPr sz="1200"/>
            </a:lvl9pPr>
          </a:lstStyle>
          <a:p/>
        </p:txBody>
      </p:sp>
      <p:sp>
        <p:nvSpPr>
          <p:cNvPr id="186" name="Google Shape;186;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187" name="Shape 187"/>
        <p:cNvGrpSpPr/>
        <p:nvPr/>
      </p:nvGrpSpPr>
      <p:grpSpPr>
        <a:xfrm>
          <a:off x="0" y="0"/>
          <a:ext cx="0" cy="0"/>
          <a:chOff x="0" y="0"/>
          <a:chExt cx="0" cy="0"/>
        </a:xfrm>
      </p:grpSpPr>
      <p:sp>
        <p:nvSpPr>
          <p:cNvPr id="188" name="Google Shape;188;p31"/>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89" name="Google Shape;189;p31"/>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190" name="Google Shape;190;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1" name="Google Shape;191;p31"/>
          <p:cNvSpPr txBox="1"/>
          <p:nvPr>
            <p:ph type="title"/>
          </p:nvPr>
        </p:nvSpPr>
        <p:spPr>
          <a:xfrm>
            <a:off x="5796575" y="2351325"/>
            <a:ext cx="9895200" cy="710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6200">
                <a:solidFill>
                  <a:schemeClr val="dk1"/>
                </a:solidFill>
              </a:defRPr>
            </a:lvl1pPr>
            <a:lvl2pPr lvl="1" algn="l">
              <a:lnSpc>
                <a:spcPct val="90000"/>
              </a:lnSpc>
              <a:spcBef>
                <a:spcPts val="0"/>
              </a:spcBef>
              <a:spcAft>
                <a:spcPts val="0"/>
              </a:spcAft>
              <a:buSzPts val="1400"/>
              <a:buNone/>
              <a:defRPr sz="6200">
                <a:solidFill>
                  <a:schemeClr val="dk1"/>
                </a:solidFill>
              </a:defRPr>
            </a:lvl2pPr>
            <a:lvl3pPr lvl="2" algn="l">
              <a:lnSpc>
                <a:spcPct val="90000"/>
              </a:lnSpc>
              <a:spcBef>
                <a:spcPts val="0"/>
              </a:spcBef>
              <a:spcAft>
                <a:spcPts val="0"/>
              </a:spcAft>
              <a:buSzPts val="1400"/>
              <a:buNone/>
              <a:defRPr sz="6200">
                <a:solidFill>
                  <a:schemeClr val="dk1"/>
                </a:solidFill>
              </a:defRPr>
            </a:lvl3pPr>
            <a:lvl4pPr lvl="3" algn="l">
              <a:lnSpc>
                <a:spcPct val="90000"/>
              </a:lnSpc>
              <a:spcBef>
                <a:spcPts val="0"/>
              </a:spcBef>
              <a:spcAft>
                <a:spcPts val="0"/>
              </a:spcAft>
              <a:buSzPts val="1400"/>
              <a:buNone/>
              <a:defRPr sz="6200">
                <a:solidFill>
                  <a:schemeClr val="dk1"/>
                </a:solidFill>
              </a:defRPr>
            </a:lvl4pPr>
            <a:lvl5pPr lvl="4" algn="l">
              <a:lnSpc>
                <a:spcPct val="90000"/>
              </a:lnSpc>
              <a:spcBef>
                <a:spcPts val="0"/>
              </a:spcBef>
              <a:spcAft>
                <a:spcPts val="0"/>
              </a:spcAft>
              <a:buSzPts val="1400"/>
              <a:buNone/>
              <a:defRPr sz="6200">
                <a:solidFill>
                  <a:schemeClr val="dk1"/>
                </a:solidFill>
              </a:defRPr>
            </a:lvl5pPr>
            <a:lvl6pPr lvl="5" algn="l">
              <a:lnSpc>
                <a:spcPct val="90000"/>
              </a:lnSpc>
              <a:spcBef>
                <a:spcPts val="0"/>
              </a:spcBef>
              <a:spcAft>
                <a:spcPts val="0"/>
              </a:spcAft>
              <a:buSzPts val="1400"/>
              <a:buNone/>
              <a:defRPr sz="6200">
                <a:solidFill>
                  <a:schemeClr val="dk1"/>
                </a:solidFill>
              </a:defRPr>
            </a:lvl6pPr>
            <a:lvl7pPr lvl="6" algn="l">
              <a:lnSpc>
                <a:spcPct val="90000"/>
              </a:lnSpc>
              <a:spcBef>
                <a:spcPts val="0"/>
              </a:spcBef>
              <a:spcAft>
                <a:spcPts val="0"/>
              </a:spcAft>
              <a:buSzPts val="1400"/>
              <a:buNone/>
              <a:defRPr sz="6200">
                <a:solidFill>
                  <a:schemeClr val="dk1"/>
                </a:solidFill>
              </a:defRPr>
            </a:lvl7pPr>
            <a:lvl8pPr lvl="7" algn="l">
              <a:lnSpc>
                <a:spcPct val="90000"/>
              </a:lnSpc>
              <a:spcBef>
                <a:spcPts val="0"/>
              </a:spcBef>
              <a:spcAft>
                <a:spcPts val="0"/>
              </a:spcAft>
              <a:buSzPts val="1400"/>
              <a:buNone/>
              <a:defRPr sz="6200">
                <a:solidFill>
                  <a:schemeClr val="dk1"/>
                </a:solidFill>
              </a:defRPr>
            </a:lvl8pPr>
            <a:lvl9pPr lvl="8" algn="l">
              <a:lnSpc>
                <a:spcPct val="90000"/>
              </a:lnSpc>
              <a:spcBef>
                <a:spcPts val="0"/>
              </a:spcBef>
              <a:spcAft>
                <a:spcPts val="0"/>
              </a:spcAft>
              <a:buSzPts val="1400"/>
              <a:buNone/>
              <a:defRPr sz="6200">
                <a:solidFill>
                  <a:schemeClr val="dk1"/>
                </a:solidFill>
              </a:defRPr>
            </a:lvl9pPr>
          </a:lstStyle>
          <a:p/>
        </p:txBody>
      </p:sp>
      <p:sp>
        <p:nvSpPr>
          <p:cNvPr id="192" name="Google Shape;192;p31"/>
          <p:cNvSpPr txBox="1"/>
          <p:nvPr>
            <p:ph idx="3" type="title"/>
          </p:nvPr>
        </p:nvSpPr>
        <p:spPr>
          <a:xfrm>
            <a:off x="5796575" y="507450"/>
            <a:ext cx="9895200" cy="710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6200"/>
            </a:lvl1pPr>
            <a:lvl2pPr lvl="1" algn="l">
              <a:lnSpc>
                <a:spcPct val="90000"/>
              </a:lnSpc>
              <a:spcBef>
                <a:spcPts val="0"/>
              </a:spcBef>
              <a:spcAft>
                <a:spcPts val="0"/>
              </a:spcAft>
              <a:buSzPts val="1400"/>
              <a:buNone/>
              <a:defRPr sz="6200"/>
            </a:lvl2pPr>
            <a:lvl3pPr lvl="2" algn="l">
              <a:lnSpc>
                <a:spcPct val="90000"/>
              </a:lnSpc>
              <a:spcBef>
                <a:spcPts val="0"/>
              </a:spcBef>
              <a:spcAft>
                <a:spcPts val="0"/>
              </a:spcAft>
              <a:buSzPts val="1400"/>
              <a:buNone/>
              <a:defRPr sz="6200"/>
            </a:lvl3pPr>
            <a:lvl4pPr lvl="3" algn="l">
              <a:lnSpc>
                <a:spcPct val="90000"/>
              </a:lnSpc>
              <a:spcBef>
                <a:spcPts val="0"/>
              </a:spcBef>
              <a:spcAft>
                <a:spcPts val="0"/>
              </a:spcAft>
              <a:buSzPts val="1400"/>
              <a:buNone/>
              <a:defRPr sz="6200"/>
            </a:lvl4pPr>
            <a:lvl5pPr lvl="4" algn="l">
              <a:lnSpc>
                <a:spcPct val="90000"/>
              </a:lnSpc>
              <a:spcBef>
                <a:spcPts val="0"/>
              </a:spcBef>
              <a:spcAft>
                <a:spcPts val="0"/>
              </a:spcAft>
              <a:buSzPts val="1400"/>
              <a:buNone/>
              <a:defRPr sz="6200"/>
            </a:lvl5pPr>
            <a:lvl6pPr lvl="5" algn="l">
              <a:lnSpc>
                <a:spcPct val="90000"/>
              </a:lnSpc>
              <a:spcBef>
                <a:spcPts val="0"/>
              </a:spcBef>
              <a:spcAft>
                <a:spcPts val="0"/>
              </a:spcAft>
              <a:buSzPts val="1400"/>
              <a:buNone/>
              <a:defRPr sz="6200"/>
            </a:lvl6pPr>
            <a:lvl7pPr lvl="6" algn="l">
              <a:lnSpc>
                <a:spcPct val="90000"/>
              </a:lnSpc>
              <a:spcBef>
                <a:spcPts val="0"/>
              </a:spcBef>
              <a:spcAft>
                <a:spcPts val="0"/>
              </a:spcAft>
              <a:buSzPts val="1400"/>
              <a:buNone/>
              <a:defRPr sz="6200"/>
            </a:lvl7pPr>
            <a:lvl8pPr lvl="7" algn="l">
              <a:lnSpc>
                <a:spcPct val="90000"/>
              </a:lnSpc>
              <a:spcBef>
                <a:spcPts val="0"/>
              </a:spcBef>
              <a:spcAft>
                <a:spcPts val="0"/>
              </a:spcAft>
              <a:buSzPts val="1400"/>
              <a:buNone/>
              <a:defRPr sz="6200"/>
            </a:lvl8pPr>
            <a:lvl9pPr lvl="8" algn="l">
              <a:lnSpc>
                <a:spcPct val="90000"/>
              </a:lnSpc>
              <a:spcBef>
                <a:spcPts val="0"/>
              </a:spcBef>
              <a:spcAft>
                <a:spcPts val="0"/>
              </a:spcAft>
              <a:buSzPts val="1400"/>
              <a:buNone/>
              <a:defRPr sz="6200"/>
            </a:lvl9pPr>
          </a:lstStyle>
          <a:p/>
        </p:txBody>
      </p:sp>
      <p:sp>
        <p:nvSpPr>
          <p:cNvPr id="193" name="Google Shape;193;p31"/>
          <p:cNvSpPr txBox="1"/>
          <p:nvPr>
            <p:ph idx="4" type="subTitle"/>
          </p:nvPr>
        </p:nvSpPr>
        <p:spPr>
          <a:xfrm>
            <a:off x="5712600" y="4290612"/>
            <a:ext cx="2613300" cy="5439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
        <p:nvSpPr>
          <p:cNvPr id="194" name="Google Shape;194;p31"/>
          <p:cNvSpPr txBox="1"/>
          <p:nvPr>
            <p:ph idx="5" type="subTitle"/>
          </p:nvPr>
        </p:nvSpPr>
        <p:spPr>
          <a:xfrm>
            <a:off x="5712600" y="3243901"/>
            <a:ext cx="2613300" cy="4323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195" name="Google Shape;195;p31"/>
          <p:cNvSpPr txBox="1"/>
          <p:nvPr>
            <p:ph idx="6" type="subTitle"/>
          </p:nvPr>
        </p:nvSpPr>
        <p:spPr>
          <a:xfrm>
            <a:off x="5712600" y="1318375"/>
            <a:ext cx="2613300" cy="483000"/>
          </a:xfrm>
          <a:prstGeom prst="rect">
            <a:avLst/>
          </a:prstGeom>
          <a:noFill/>
          <a:ln>
            <a:noFill/>
          </a:ln>
        </p:spPr>
        <p:txBody>
          <a:bodyPr anchorCtr="0" anchor="b" bIns="0" lIns="0" spcFirstLastPara="1" rIns="0" wrap="square" tIns="0">
            <a:noAutofit/>
          </a:bodyPr>
          <a:lstStyle>
            <a:lvl1pPr lvl="0" algn="l">
              <a:lnSpc>
                <a:spcPct val="115000"/>
              </a:lnSpc>
              <a:spcBef>
                <a:spcPts val="0"/>
              </a:spcBef>
              <a:spcAft>
                <a:spcPts val="0"/>
              </a:spcAft>
              <a:buSzPts val="1000"/>
              <a:buFont typeface="DM Sans"/>
              <a:buNone/>
              <a:defRPr sz="1000">
                <a:latin typeface="DM Sans"/>
                <a:ea typeface="DM Sans"/>
                <a:cs typeface="DM Sans"/>
                <a:sym typeface="DM Sans"/>
              </a:defRPr>
            </a:lvl1pPr>
            <a:lvl2pPr lvl="1" algn="l">
              <a:lnSpc>
                <a:spcPct val="115000"/>
              </a:lnSpc>
              <a:spcBef>
                <a:spcPts val="0"/>
              </a:spcBef>
              <a:spcAft>
                <a:spcPts val="0"/>
              </a:spcAft>
              <a:buSzPts val="1400"/>
              <a:buFont typeface="DM Sans"/>
              <a:buNone/>
              <a:defRPr>
                <a:latin typeface="DM Sans"/>
                <a:ea typeface="DM Sans"/>
                <a:cs typeface="DM Sans"/>
                <a:sym typeface="DM Sans"/>
              </a:defRPr>
            </a:lvl2pPr>
            <a:lvl3pPr lvl="2" algn="l">
              <a:lnSpc>
                <a:spcPct val="115000"/>
              </a:lnSpc>
              <a:spcBef>
                <a:spcPts val="0"/>
              </a:spcBef>
              <a:spcAft>
                <a:spcPts val="0"/>
              </a:spcAft>
              <a:buSzPts val="1400"/>
              <a:buFont typeface="DM Sans"/>
              <a:buNone/>
              <a:defRPr>
                <a:latin typeface="DM Sans"/>
                <a:ea typeface="DM Sans"/>
                <a:cs typeface="DM Sans"/>
                <a:sym typeface="DM Sans"/>
              </a:defRPr>
            </a:lvl3pPr>
            <a:lvl4pPr lvl="3" algn="l">
              <a:lnSpc>
                <a:spcPct val="115000"/>
              </a:lnSpc>
              <a:spcBef>
                <a:spcPts val="0"/>
              </a:spcBef>
              <a:spcAft>
                <a:spcPts val="0"/>
              </a:spcAft>
              <a:buSzPts val="1400"/>
              <a:buFont typeface="DM Sans"/>
              <a:buNone/>
              <a:defRPr>
                <a:latin typeface="DM Sans"/>
                <a:ea typeface="DM Sans"/>
                <a:cs typeface="DM Sans"/>
                <a:sym typeface="DM Sans"/>
              </a:defRPr>
            </a:lvl4pPr>
            <a:lvl5pPr lvl="4" algn="l">
              <a:lnSpc>
                <a:spcPct val="115000"/>
              </a:lnSpc>
              <a:spcBef>
                <a:spcPts val="0"/>
              </a:spcBef>
              <a:spcAft>
                <a:spcPts val="0"/>
              </a:spcAft>
              <a:buSzPts val="1400"/>
              <a:buFont typeface="DM Sans"/>
              <a:buNone/>
              <a:defRPr>
                <a:latin typeface="DM Sans"/>
                <a:ea typeface="DM Sans"/>
                <a:cs typeface="DM Sans"/>
                <a:sym typeface="DM Sans"/>
              </a:defRPr>
            </a:lvl5pPr>
            <a:lvl6pPr lvl="5" algn="l">
              <a:lnSpc>
                <a:spcPct val="115000"/>
              </a:lnSpc>
              <a:spcBef>
                <a:spcPts val="0"/>
              </a:spcBef>
              <a:spcAft>
                <a:spcPts val="0"/>
              </a:spcAft>
              <a:buSzPts val="1400"/>
              <a:buFont typeface="DM Sans"/>
              <a:buNone/>
              <a:defRPr>
                <a:latin typeface="DM Sans"/>
                <a:ea typeface="DM Sans"/>
                <a:cs typeface="DM Sans"/>
                <a:sym typeface="DM Sans"/>
              </a:defRPr>
            </a:lvl6pPr>
            <a:lvl7pPr lvl="6" algn="l">
              <a:lnSpc>
                <a:spcPct val="115000"/>
              </a:lnSpc>
              <a:spcBef>
                <a:spcPts val="0"/>
              </a:spcBef>
              <a:spcAft>
                <a:spcPts val="0"/>
              </a:spcAft>
              <a:buSzPts val="1400"/>
              <a:buFont typeface="DM Sans"/>
              <a:buNone/>
              <a:defRPr>
                <a:latin typeface="DM Sans"/>
                <a:ea typeface="DM Sans"/>
                <a:cs typeface="DM Sans"/>
                <a:sym typeface="DM Sans"/>
              </a:defRPr>
            </a:lvl7pPr>
            <a:lvl8pPr lvl="7" algn="l">
              <a:lnSpc>
                <a:spcPct val="115000"/>
              </a:lnSpc>
              <a:spcBef>
                <a:spcPts val="0"/>
              </a:spcBef>
              <a:spcAft>
                <a:spcPts val="0"/>
              </a:spcAft>
              <a:buSzPts val="1400"/>
              <a:buFont typeface="DM Sans"/>
              <a:buNone/>
              <a:defRPr>
                <a:latin typeface="DM Sans"/>
                <a:ea typeface="DM Sans"/>
                <a:cs typeface="DM Sans"/>
                <a:sym typeface="DM Sans"/>
              </a:defRPr>
            </a:lvl8pPr>
            <a:lvl9pPr lvl="8" algn="l">
              <a:lnSpc>
                <a:spcPct val="115000"/>
              </a:lnSpc>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196" name="Shape 196"/>
        <p:cNvGrpSpPr/>
        <p:nvPr/>
      </p:nvGrpSpPr>
      <p:grpSpPr>
        <a:xfrm>
          <a:off x="0" y="0"/>
          <a:ext cx="0" cy="0"/>
          <a:chOff x="0" y="0"/>
          <a:chExt cx="0" cy="0"/>
        </a:xfrm>
      </p:grpSpPr>
      <p:sp>
        <p:nvSpPr>
          <p:cNvPr id="197" name="Google Shape;197;p32"/>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8" name="Google Shape;198;p32"/>
          <p:cNvSpPr txBox="1"/>
          <p:nvPr>
            <p:ph idx="2" type="subTitle"/>
          </p:nvPr>
        </p:nvSpPr>
        <p:spPr>
          <a:xfrm>
            <a:off x="361975" y="732775"/>
            <a:ext cx="3860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199" name="Google Shape;199;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0" name="Google Shape;200;p32"/>
          <p:cNvSpPr txBox="1"/>
          <p:nvPr>
            <p:ph type="title"/>
          </p:nvPr>
        </p:nvSpPr>
        <p:spPr>
          <a:xfrm>
            <a:off x="361975" y="988557"/>
            <a:ext cx="50184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01" name="Shape 201"/>
        <p:cNvGrpSpPr/>
        <p:nvPr/>
      </p:nvGrpSpPr>
      <p:grpSpPr>
        <a:xfrm>
          <a:off x="0" y="0"/>
          <a:ext cx="0" cy="0"/>
          <a:chOff x="0" y="0"/>
          <a:chExt cx="0" cy="0"/>
        </a:xfrm>
      </p:grpSpPr>
      <p:sp>
        <p:nvSpPr>
          <p:cNvPr id="202" name="Google Shape;202;p33"/>
          <p:cNvSpPr/>
          <p:nvPr>
            <p:ph idx="2" type="pic"/>
          </p:nvPr>
        </p:nvSpPr>
        <p:spPr>
          <a:xfrm>
            <a:off x="6289075" y="1793300"/>
            <a:ext cx="2853300" cy="3350400"/>
          </a:xfrm>
          <a:prstGeom prst="rect">
            <a:avLst/>
          </a:prstGeom>
          <a:noFill/>
          <a:ln>
            <a:noFill/>
          </a:ln>
        </p:spPr>
      </p:sp>
      <p:sp>
        <p:nvSpPr>
          <p:cNvPr id="203" name="Google Shape;203;p33"/>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DM Sans"/>
              <a:ea typeface="DM Sans"/>
              <a:cs typeface="DM Sans"/>
              <a:sym typeface="DM Sans"/>
            </a:endParaRPr>
          </a:p>
        </p:txBody>
      </p:sp>
      <p:sp>
        <p:nvSpPr>
          <p:cNvPr id="204" name="Google Shape;204;p33"/>
          <p:cNvSpPr txBox="1"/>
          <p:nvPr>
            <p:ph type="title"/>
          </p:nvPr>
        </p:nvSpPr>
        <p:spPr>
          <a:xfrm>
            <a:off x="361975" y="988550"/>
            <a:ext cx="5356800" cy="225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3000"/>
              <a:buNone/>
              <a:defRPr sz="2200"/>
            </a:lvl1pPr>
            <a:lvl2pPr lvl="1" algn="l">
              <a:lnSpc>
                <a:spcPct val="100000"/>
              </a:lnSpc>
              <a:spcBef>
                <a:spcPts val="0"/>
              </a:spcBef>
              <a:spcAft>
                <a:spcPts val="0"/>
              </a:spcAft>
              <a:buSzPts val="1400"/>
              <a:buNone/>
              <a:defRPr sz="2200"/>
            </a:lvl2pPr>
            <a:lvl3pPr lvl="2" algn="l">
              <a:lnSpc>
                <a:spcPct val="100000"/>
              </a:lnSpc>
              <a:spcBef>
                <a:spcPts val="0"/>
              </a:spcBef>
              <a:spcAft>
                <a:spcPts val="0"/>
              </a:spcAft>
              <a:buSzPts val="1400"/>
              <a:buNone/>
              <a:defRPr sz="2200"/>
            </a:lvl3pPr>
            <a:lvl4pPr lvl="3" algn="l">
              <a:lnSpc>
                <a:spcPct val="100000"/>
              </a:lnSpc>
              <a:spcBef>
                <a:spcPts val="0"/>
              </a:spcBef>
              <a:spcAft>
                <a:spcPts val="0"/>
              </a:spcAft>
              <a:buSzPts val="1400"/>
              <a:buNone/>
              <a:defRPr sz="2200"/>
            </a:lvl4pPr>
            <a:lvl5pPr lvl="4" algn="l">
              <a:lnSpc>
                <a:spcPct val="100000"/>
              </a:lnSpc>
              <a:spcBef>
                <a:spcPts val="0"/>
              </a:spcBef>
              <a:spcAft>
                <a:spcPts val="0"/>
              </a:spcAft>
              <a:buSzPts val="1400"/>
              <a:buNone/>
              <a:defRPr sz="2200"/>
            </a:lvl5pPr>
            <a:lvl6pPr lvl="5" algn="l">
              <a:lnSpc>
                <a:spcPct val="100000"/>
              </a:lnSpc>
              <a:spcBef>
                <a:spcPts val="0"/>
              </a:spcBef>
              <a:spcAft>
                <a:spcPts val="0"/>
              </a:spcAft>
              <a:buSzPts val="1400"/>
              <a:buNone/>
              <a:defRPr sz="2200"/>
            </a:lvl6pPr>
            <a:lvl7pPr lvl="6" algn="l">
              <a:lnSpc>
                <a:spcPct val="100000"/>
              </a:lnSpc>
              <a:spcBef>
                <a:spcPts val="0"/>
              </a:spcBef>
              <a:spcAft>
                <a:spcPts val="0"/>
              </a:spcAft>
              <a:buSzPts val="1400"/>
              <a:buNone/>
              <a:defRPr sz="2200"/>
            </a:lvl7pPr>
            <a:lvl8pPr lvl="7" algn="l">
              <a:lnSpc>
                <a:spcPct val="100000"/>
              </a:lnSpc>
              <a:spcBef>
                <a:spcPts val="0"/>
              </a:spcBef>
              <a:spcAft>
                <a:spcPts val="0"/>
              </a:spcAft>
              <a:buSzPts val="1400"/>
              <a:buNone/>
              <a:defRPr sz="2200"/>
            </a:lvl8pPr>
            <a:lvl9pPr lvl="8" algn="l">
              <a:lnSpc>
                <a:spcPct val="100000"/>
              </a:lnSpc>
              <a:spcBef>
                <a:spcPts val="0"/>
              </a:spcBef>
              <a:spcAft>
                <a:spcPts val="0"/>
              </a:spcAft>
              <a:buSzPts val="1400"/>
              <a:buNone/>
              <a:defRPr sz="2200"/>
            </a:lvl9pPr>
          </a:lstStyle>
          <a:p/>
        </p:txBody>
      </p:sp>
      <p:sp>
        <p:nvSpPr>
          <p:cNvPr id="205" name="Google Shape;205;p33"/>
          <p:cNvSpPr txBox="1"/>
          <p:nvPr>
            <p:ph idx="1" type="body"/>
          </p:nvPr>
        </p:nvSpPr>
        <p:spPr>
          <a:xfrm>
            <a:off x="361975" y="3541582"/>
            <a:ext cx="3777000" cy="10443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06" name="Google Shape;206;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07" name="Google Shape;207;p33"/>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08" name="Shape 208"/>
        <p:cNvGrpSpPr/>
        <p:nvPr/>
      </p:nvGrpSpPr>
      <p:grpSpPr>
        <a:xfrm>
          <a:off x="0" y="0"/>
          <a:ext cx="0" cy="0"/>
          <a:chOff x="0" y="0"/>
          <a:chExt cx="0" cy="0"/>
        </a:xfrm>
      </p:grpSpPr>
      <p:sp>
        <p:nvSpPr>
          <p:cNvPr id="209" name="Google Shape;209;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0" name="Google Shape;210;p3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11" name="Google Shape;211;p34"/>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lnSpc>
                <a:spcPct val="115000"/>
              </a:lnSpc>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lnSpc>
                <a:spcPct val="115000"/>
              </a:lnSpc>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12" name="Google Shape;212;p34"/>
          <p:cNvSpPr txBox="1"/>
          <p:nvPr>
            <p:ph idx="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13" name="Google Shape;213;p34"/>
          <p:cNvSpPr txBox="1"/>
          <p:nvPr>
            <p:ph type="title"/>
          </p:nvPr>
        </p:nvSpPr>
        <p:spPr>
          <a:xfrm>
            <a:off x="719400" y="988550"/>
            <a:ext cx="7705200" cy="5877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SzPts val="3000"/>
              <a:buNone/>
              <a:defRPr sz="2200"/>
            </a:lvl1pPr>
            <a:lvl2pPr lvl="1" algn="ctr">
              <a:lnSpc>
                <a:spcPct val="90000"/>
              </a:lnSpc>
              <a:spcBef>
                <a:spcPts val="0"/>
              </a:spcBef>
              <a:spcAft>
                <a:spcPts val="0"/>
              </a:spcAft>
              <a:buSzPts val="1400"/>
              <a:buNone/>
              <a:defRPr sz="2200"/>
            </a:lvl2pPr>
            <a:lvl3pPr lvl="2" algn="ctr">
              <a:lnSpc>
                <a:spcPct val="90000"/>
              </a:lnSpc>
              <a:spcBef>
                <a:spcPts val="0"/>
              </a:spcBef>
              <a:spcAft>
                <a:spcPts val="0"/>
              </a:spcAft>
              <a:buSzPts val="1400"/>
              <a:buNone/>
              <a:defRPr sz="2200"/>
            </a:lvl3pPr>
            <a:lvl4pPr lvl="3" algn="ctr">
              <a:lnSpc>
                <a:spcPct val="90000"/>
              </a:lnSpc>
              <a:spcBef>
                <a:spcPts val="0"/>
              </a:spcBef>
              <a:spcAft>
                <a:spcPts val="0"/>
              </a:spcAft>
              <a:buSzPts val="1400"/>
              <a:buNone/>
              <a:defRPr sz="2200"/>
            </a:lvl4pPr>
            <a:lvl5pPr lvl="4" algn="ctr">
              <a:lnSpc>
                <a:spcPct val="90000"/>
              </a:lnSpc>
              <a:spcBef>
                <a:spcPts val="0"/>
              </a:spcBef>
              <a:spcAft>
                <a:spcPts val="0"/>
              </a:spcAft>
              <a:buSzPts val="1400"/>
              <a:buNone/>
              <a:defRPr sz="2200"/>
            </a:lvl5pPr>
            <a:lvl6pPr lvl="5" algn="ctr">
              <a:lnSpc>
                <a:spcPct val="90000"/>
              </a:lnSpc>
              <a:spcBef>
                <a:spcPts val="0"/>
              </a:spcBef>
              <a:spcAft>
                <a:spcPts val="0"/>
              </a:spcAft>
              <a:buSzPts val="1400"/>
              <a:buNone/>
              <a:defRPr sz="2200"/>
            </a:lvl6pPr>
            <a:lvl7pPr lvl="6" algn="ctr">
              <a:lnSpc>
                <a:spcPct val="90000"/>
              </a:lnSpc>
              <a:spcBef>
                <a:spcPts val="0"/>
              </a:spcBef>
              <a:spcAft>
                <a:spcPts val="0"/>
              </a:spcAft>
              <a:buSzPts val="1400"/>
              <a:buNone/>
              <a:defRPr sz="2200"/>
            </a:lvl7pPr>
            <a:lvl8pPr lvl="7" algn="ctr">
              <a:lnSpc>
                <a:spcPct val="90000"/>
              </a:lnSpc>
              <a:spcBef>
                <a:spcPts val="0"/>
              </a:spcBef>
              <a:spcAft>
                <a:spcPts val="0"/>
              </a:spcAft>
              <a:buSzPts val="1400"/>
              <a:buNone/>
              <a:defRPr sz="2200"/>
            </a:lvl8pPr>
            <a:lvl9pPr lvl="8" algn="ctr">
              <a:lnSpc>
                <a:spcPct val="90000"/>
              </a:lnSpc>
              <a:spcBef>
                <a:spcPts val="0"/>
              </a:spcBef>
              <a:spcAft>
                <a:spcPts val="0"/>
              </a:spcAft>
              <a:buSzPts val="1400"/>
              <a:buNone/>
              <a:defRPr sz="2200"/>
            </a:lvl9pPr>
          </a:lstStyle>
          <a:p/>
        </p:txBody>
      </p:sp>
      <p:sp>
        <p:nvSpPr>
          <p:cNvPr id="214" name="Google Shape;214;p34"/>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15" name="Shape 215"/>
        <p:cNvGrpSpPr/>
        <p:nvPr/>
      </p:nvGrpSpPr>
      <p:grpSpPr>
        <a:xfrm>
          <a:off x="0" y="0"/>
          <a:ext cx="0" cy="0"/>
          <a:chOff x="0" y="0"/>
          <a:chExt cx="0" cy="0"/>
        </a:xfrm>
      </p:grpSpPr>
      <p:sp>
        <p:nvSpPr>
          <p:cNvPr id="216" name="Google Shape;216;p35"/>
          <p:cNvSpPr/>
          <p:nvPr>
            <p:ph idx="2" type="pic"/>
          </p:nvPr>
        </p:nvSpPr>
        <p:spPr>
          <a:xfrm>
            <a:off x="361975" y="781775"/>
            <a:ext cx="2872800" cy="3783300"/>
          </a:xfrm>
          <a:prstGeom prst="rect">
            <a:avLst/>
          </a:prstGeom>
          <a:noFill/>
          <a:ln>
            <a:noFill/>
          </a:ln>
        </p:spPr>
      </p:sp>
      <p:sp>
        <p:nvSpPr>
          <p:cNvPr id="217" name="Google Shape;217;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18" name="Google Shape;218;p35"/>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19" name="Google Shape;219;p35"/>
          <p:cNvSpPr txBox="1"/>
          <p:nvPr>
            <p:ph idx="3" type="subTitle"/>
          </p:nvPr>
        </p:nvSpPr>
        <p:spPr>
          <a:xfrm>
            <a:off x="3657600" y="1051772"/>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l">
              <a:lnSpc>
                <a:spcPct val="115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20" name="Google Shape;220;p35"/>
          <p:cNvSpPr txBox="1"/>
          <p:nvPr>
            <p:ph type="title"/>
          </p:nvPr>
        </p:nvSpPr>
        <p:spPr>
          <a:xfrm>
            <a:off x="3657600" y="1555450"/>
            <a:ext cx="5622000" cy="1750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2800">
                <a:solidFill>
                  <a:schemeClr val="dk1"/>
                </a:solidFill>
              </a:defRPr>
            </a:lvl1pPr>
            <a:lvl2pPr lvl="1" algn="l">
              <a:lnSpc>
                <a:spcPct val="90000"/>
              </a:lnSpc>
              <a:spcBef>
                <a:spcPts val="0"/>
              </a:spcBef>
              <a:spcAft>
                <a:spcPts val="0"/>
              </a:spcAft>
              <a:buSzPts val="1400"/>
              <a:buNone/>
              <a:defRPr sz="2800">
                <a:solidFill>
                  <a:schemeClr val="dk1"/>
                </a:solidFill>
              </a:defRPr>
            </a:lvl2pPr>
            <a:lvl3pPr lvl="2" algn="l">
              <a:lnSpc>
                <a:spcPct val="90000"/>
              </a:lnSpc>
              <a:spcBef>
                <a:spcPts val="0"/>
              </a:spcBef>
              <a:spcAft>
                <a:spcPts val="0"/>
              </a:spcAft>
              <a:buSzPts val="1400"/>
              <a:buNone/>
              <a:defRPr sz="2800">
                <a:solidFill>
                  <a:schemeClr val="dk1"/>
                </a:solidFill>
              </a:defRPr>
            </a:lvl3pPr>
            <a:lvl4pPr lvl="3" algn="l">
              <a:lnSpc>
                <a:spcPct val="90000"/>
              </a:lnSpc>
              <a:spcBef>
                <a:spcPts val="0"/>
              </a:spcBef>
              <a:spcAft>
                <a:spcPts val="0"/>
              </a:spcAft>
              <a:buSzPts val="1400"/>
              <a:buNone/>
              <a:defRPr sz="2800">
                <a:solidFill>
                  <a:schemeClr val="dk1"/>
                </a:solidFill>
              </a:defRPr>
            </a:lvl4pPr>
            <a:lvl5pPr lvl="4" algn="l">
              <a:lnSpc>
                <a:spcPct val="90000"/>
              </a:lnSpc>
              <a:spcBef>
                <a:spcPts val="0"/>
              </a:spcBef>
              <a:spcAft>
                <a:spcPts val="0"/>
              </a:spcAft>
              <a:buSzPts val="1400"/>
              <a:buNone/>
              <a:defRPr sz="2800">
                <a:solidFill>
                  <a:schemeClr val="dk1"/>
                </a:solidFill>
              </a:defRPr>
            </a:lvl5pPr>
            <a:lvl6pPr lvl="5" algn="l">
              <a:lnSpc>
                <a:spcPct val="90000"/>
              </a:lnSpc>
              <a:spcBef>
                <a:spcPts val="0"/>
              </a:spcBef>
              <a:spcAft>
                <a:spcPts val="0"/>
              </a:spcAft>
              <a:buSzPts val="1400"/>
              <a:buNone/>
              <a:defRPr sz="2800">
                <a:solidFill>
                  <a:schemeClr val="dk1"/>
                </a:solidFill>
              </a:defRPr>
            </a:lvl6pPr>
            <a:lvl7pPr lvl="6" algn="l">
              <a:lnSpc>
                <a:spcPct val="90000"/>
              </a:lnSpc>
              <a:spcBef>
                <a:spcPts val="0"/>
              </a:spcBef>
              <a:spcAft>
                <a:spcPts val="0"/>
              </a:spcAft>
              <a:buSzPts val="1400"/>
              <a:buNone/>
              <a:defRPr sz="2800">
                <a:solidFill>
                  <a:schemeClr val="dk1"/>
                </a:solidFill>
              </a:defRPr>
            </a:lvl7pPr>
            <a:lvl8pPr lvl="7" algn="l">
              <a:lnSpc>
                <a:spcPct val="90000"/>
              </a:lnSpc>
              <a:spcBef>
                <a:spcPts val="0"/>
              </a:spcBef>
              <a:spcAft>
                <a:spcPts val="0"/>
              </a:spcAft>
              <a:buSzPts val="1400"/>
              <a:buNone/>
              <a:defRPr sz="2800">
                <a:solidFill>
                  <a:schemeClr val="dk1"/>
                </a:solidFill>
              </a:defRPr>
            </a:lvl8pPr>
            <a:lvl9pPr lvl="8" algn="l">
              <a:lnSpc>
                <a:spcPct val="90000"/>
              </a:lnSpc>
              <a:spcBef>
                <a:spcPts val="0"/>
              </a:spcBef>
              <a:spcAft>
                <a:spcPts val="0"/>
              </a:spcAft>
              <a:buSzPts val="1400"/>
              <a:buNone/>
              <a:defRPr sz="2800">
                <a:solidFill>
                  <a:schemeClr val="dk1"/>
                </a:solidFill>
              </a:defRPr>
            </a:lvl9pPr>
          </a:lstStyle>
          <a:p/>
        </p:txBody>
      </p:sp>
      <p:sp>
        <p:nvSpPr>
          <p:cNvPr id="221" name="Google Shape;221;p35"/>
          <p:cNvSpPr txBox="1"/>
          <p:nvPr>
            <p:ph idx="4" type="body"/>
          </p:nvPr>
        </p:nvSpPr>
        <p:spPr>
          <a:xfrm>
            <a:off x="3657600" y="3556575"/>
            <a:ext cx="3554400" cy="1029300"/>
          </a:xfrm>
          <a:prstGeom prst="rect">
            <a:avLst/>
          </a:prstGeom>
          <a:noFill/>
          <a:ln>
            <a:noFill/>
          </a:ln>
        </p:spPr>
        <p:txBody>
          <a:bodyPr anchorCtr="0" anchor="b" bIns="0" lIns="0" spcFirstLastPara="1" rIns="0" wrap="square" tIns="0">
            <a:spAutoFit/>
          </a:bodyPr>
          <a:lstStyle>
            <a:lvl1pPr indent="-292100" lvl="0" marL="457200" algn="l">
              <a:lnSpc>
                <a:spcPct val="115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l">
              <a:lnSpc>
                <a:spcPct val="115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l">
              <a:lnSpc>
                <a:spcPct val="115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22" name="Shape 222"/>
        <p:cNvGrpSpPr/>
        <p:nvPr/>
      </p:nvGrpSpPr>
      <p:grpSpPr>
        <a:xfrm>
          <a:off x="0" y="0"/>
          <a:ext cx="0" cy="0"/>
          <a:chOff x="0" y="0"/>
          <a:chExt cx="0" cy="0"/>
        </a:xfrm>
      </p:grpSpPr>
      <p:pic>
        <p:nvPicPr>
          <p:cNvPr descr="The reflective glass facade of a skyscraper. " id="223" name="Google Shape;223;p36"/>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24" name="Google Shape;224;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36"/>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26" name="Google Shape;226;p36"/>
          <p:cNvSpPr txBox="1"/>
          <p:nvPr>
            <p:ph idx="2" type="body"/>
          </p:nvPr>
        </p:nvSpPr>
        <p:spPr>
          <a:xfrm>
            <a:off x="1957800" y="4195275"/>
            <a:ext cx="5228400" cy="390600"/>
          </a:xfrm>
          <a:prstGeom prst="rect">
            <a:avLst/>
          </a:prstGeom>
          <a:noFill/>
          <a:ln>
            <a:noFill/>
          </a:ln>
        </p:spPr>
        <p:txBody>
          <a:bodyPr anchorCtr="0" anchor="b" bIns="0" lIns="0" spcFirstLastPara="1" rIns="0" wrap="square" tIns="0">
            <a:noAutofit/>
          </a:bodyPr>
          <a:lstStyle>
            <a:lvl1pPr indent="-292100" lvl="0" marL="457200" algn="ctr">
              <a:lnSpc>
                <a:spcPct val="115000"/>
              </a:lnSpc>
              <a:spcBef>
                <a:spcPts val="0"/>
              </a:spcBef>
              <a:spcAft>
                <a:spcPts val="0"/>
              </a:spcAft>
              <a:buClr>
                <a:schemeClr val="lt1"/>
              </a:buClr>
              <a:buSzPts val="1000"/>
              <a:buFont typeface="DM Sans"/>
              <a:buChar char="●"/>
              <a:defRPr sz="1000"/>
            </a:lvl1pPr>
            <a:lvl2pPr indent="-292100" lvl="1" marL="914400" algn="ctr">
              <a:lnSpc>
                <a:spcPct val="115000"/>
              </a:lnSpc>
              <a:spcBef>
                <a:spcPts val="800"/>
              </a:spcBef>
              <a:spcAft>
                <a:spcPts val="0"/>
              </a:spcAft>
              <a:buClr>
                <a:schemeClr val="lt1"/>
              </a:buClr>
              <a:buSzPts val="1000"/>
              <a:buFont typeface="DM Sans"/>
              <a:buChar char="○"/>
              <a:defRPr sz="1000"/>
            </a:lvl2pPr>
            <a:lvl3pPr indent="-292100" lvl="2" marL="1371600" algn="ctr">
              <a:lnSpc>
                <a:spcPct val="115000"/>
              </a:lnSpc>
              <a:spcBef>
                <a:spcPts val="800"/>
              </a:spcBef>
              <a:spcAft>
                <a:spcPts val="0"/>
              </a:spcAft>
              <a:buClr>
                <a:schemeClr val="lt1"/>
              </a:buClr>
              <a:buSzPts val="1000"/>
              <a:buFont typeface="DM Sans"/>
              <a:buChar char="■"/>
              <a:defRPr sz="1000"/>
            </a:lvl3pPr>
            <a:lvl4pPr indent="-292100" lvl="3" marL="1828800" algn="ctr">
              <a:lnSpc>
                <a:spcPct val="115000"/>
              </a:lnSpc>
              <a:spcBef>
                <a:spcPts val="800"/>
              </a:spcBef>
              <a:spcAft>
                <a:spcPts val="0"/>
              </a:spcAft>
              <a:buClr>
                <a:schemeClr val="lt1"/>
              </a:buClr>
              <a:buSzPts val="1000"/>
              <a:buFont typeface="DM Sans"/>
              <a:buChar char="●"/>
              <a:defRPr sz="1000"/>
            </a:lvl4pPr>
            <a:lvl5pPr indent="-292100" lvl="4" marL="2286000" algn="ctr">
              <a:lnSpc>
                <a:spcPct val="115000"/>
              </a:lnSpc>
              <a:spcBef>
                <a:spcPts val="800"/>
              </a:spcBef>
              <a:spcAft>
                <a:spcPts val="0"/>
              </a:spcAft>
              <a:buClr>
                <a:schemeClr val="lt1"/>
              </a:buClr>
              <a:buSzPts val="1000"/>
              <a:buFont typeface="DM Sans"/>
              <a:buChar char="○"/>
              <a:defRPr sz="1000"/>
            </a:lvl5pPr>
            <a:lvl6pPr indent="-292100" lvl="5" marL="2743200" algn="ctr">
              <a:lnSpc>
                <a:spcPct val="115000"/>
              </a:lnSpc>
              <a:spcBef>
                <a:spcPts val="800"/>
              </a:spcBef>
              <a:spcAft>
                <a:spcPts val="0"/>
              </a:spcAft>
              <a:buClr>
                <a:schemeClr val="lt1"/>
              </a:buClr>
              <a:buSzPts val="1000"/>
              <a:buFont typeface="DM Sans"/>
              <a:buChar char="■"/>
              <a:defRPr sz="1000"/>
            </a:lvl6pPr>
            <a:lvl7pPr indent="-292100" lvl="6" marL="3200400" algn="ctr">
              <a:lnSpc>
                <a:spcPct val="115000"/>
              </a:lnSpc>
              <a:spcBef>
                <a:spcPts val="800"/>
              </a:spcBef>
              <a:spcAft>
                <a:spcPts val="0"/>
              </a:spcAft>
              <a:buClr>
                <a:schemeClr val="lt1"/>
              </a:buClr>
              <a:buSzPts val="1000"/>
              <a:buFont typeface="DM Sans"/>
              <a:buChar char="●"/>
              <a:defRPr sz="1000"/>
            </a:lvl7pPr>
            <a:lvl8pPr indent="-292100" lvl="7" marL="3657600" algn="ctr">
              <a:lnSpc>
                <a:spcPct val="115000"/>
              </a:lnSpc>
              <a:spcBef>
                <a:spcPts val="800"/>
              </a:spcBef>
              <a:spcAft>
                <a:spcPts val="0"/>
              </a:spcAft>
              <a:buClr>
                <a:schemeClr val="lt1"/>
              </a:buClr>
              <a:buSzPts val="1000"/>
              <a:buFont typeface="DM Sans"/>
              <a:buChar char="○"/>
              <a:defRPr sz="1000"/>
            </a:lvl8pPr>
            <a:lvl9pPr indent="-292100" lvl="8" marL="4114800" algn="ctr">
              <a:lnSpc>
                <a:spcPct val="115000"/>
              </a:lnSpc>
              <a:spcBef>
                <a:spcPts val="800"/>
              </a:spcBef>
              <a:spcAft>
                <a:spcPts val="800"/>
              </a:spcAft>
              <a:buClr>
                <a:schemeClr val="lt1"/>
              </a:buClr>
              <a:buSzPts val="1000"/>
              <a:buFont typeface="DM Sans"/>
              <a:buChar char="■"/>
              <a:defRPr sz="1000"/>
            </a:lvl9pPr>
          </a:lstStyle>
          <a:p/>
        </p:txBody>
      </p:sp>
      <p:sp>
        <p:nvSpPr>
          <p:cNvPr id="227" name="Google Shape;227;p36"/>
          <p:cNvSpPr txBox="1"/>
          <p:nvPr>
            <p:ph idx="3"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28" name="Google Shape;228;p36"/>
          <p:cNvSpPr txBox="1"/>
          <p:nvPr>
            <p:ph type="title"/>
          </p:nvPr>
        </p:nvSpPr>
        <p:spPr>
          <a:xfrm>
            <a:off x="719400" y="988550"/>
            <a:ext cx="7705200" cy="587700"/>
          </a:xfrm>
          <a:prstGeom prst="rect">
            <a:avLst/>
          </a:prstGeom>
          <a:noFill/>
          <a:ln>
            <a:noFill/>
          </a:ln>
        </p:spPr>
        <p:txBody>
          <a:bodyPr anchorCtr="0" anchor="t" bIns="0" lIns="0" spcFirstLastPara="1" rIns="0" wrap="square" tIns="0">
            <a:spAutoFit/>
          </a:bodyPr>
          <a:lstStyle>
            <a:lvl1pPr lvl="0" algn="ctr">
              <a:lnSpc>
                <a:spcPct val="90000"/>
              </a:lnSpc>
              <a:spcBef>
                <a:spcPts val="0"/>
              </a:spcBef>
              <a:spcAft>
                <a:spcPts val="0"/>
              </a:spcAft>
              <a:buSzPts val="3000"/>
              <a:buNone/>
              <a:defRPr/>
            </a:lvl1pPr>
            <a:lvl2pPr lvl="1" algn="ctr">
              <a:lnSpc>
                <a:spcPct val="90000"/>
              </a:lnSpc>
              <a:spcBef>
                <a:spcPts val="0"/>
              </a:spcBef>
              <a:spcAft>
                <a:spcPts val="0"/>
              </a:spcAft>
              <a:buSzPts val="1400"/>
              <a:buNone/>
              <a:defRPr sz="2200"/>
            </a:lvl2pPr>
            <a:lvl3pPr lvl="2" algn="ctr">
              <a:lnSpc>
                <a:spcPct val="90000"/>
              </a:lnSpc>
              <a:spcBef>
                <a:spcPts val="0"/>
              </a:spcBef>
              <a:spcAft>
                <a:spcPts val="0"/>
              </a:spcAft>
              <a:buSzPts val="1400"/>
              <a:buNone/>
              <a:defRPr sz="2200"/>
            </a:lvl3pPr>
            <a:lvl4pPr lvl="3" algn="ctr">
              <a:lnSpc>
                <a:spcPct val="90000"/>
              </a:lnSpc>
              <a:spcBef>
                <a:spcPts val="0"/>
              </a:spcBef>
              <a:spcAft>
                <a:spcPts val="0"/>
              </a:spcAft>
              <a:buSzPts val="1400"/>
              <a:buNone/>
              <a:defRPr sz="2200"/>
            </a:lvl4pPr>
            <a:lvl5pPr lvl="4" algn="ctr">
              <a:lnSpc>
                <a:spcPct val="90000"/>
              </a:lnSpc>
              <a:spcBef>
                <a:spcPts val="0"/>
              </a:spcBef>
              <a:spcAft>
                <a:spcPts val="0"/>
              </a:spcAft>
              <a:buSzPts val="1400"/>
              <a:buNone/>
              <a:defRPr sz="2200"/>
            </a:lvl5pPr>
            <a:lvl6pPr lvl="5" algn="ctr">
              <a:lnSpc>
                <a:spcPct val="90000"/>
              </a:lnSpc>
              <a:spcBef>
                <a:spcPts val="0"/>
              </a:spcBef>
              <a:spcAft>
                <a:spcPts val="0"/>
              </a:spcAft>
              <a:buSzPts val="1400"/>
              <a:buNone/>
              <a:defRPr sz="2200"/>
            </a:lvl6pPr>
            <a:lvl7pPr lvl="6" algn="ctr">
              <a:lnSpc>
                <a:spcPct val="90000"/>
              </a:lnSpc>
              <a:spcBef>
                <a:spcPts val="0"/>
              </a:spcBef>
              <a:spcAft>
                <a:spcPts val="0"/>
              </a:spcAft>
              <a:buSzPts val="1400"/>
              <a:buNone/>
              <a:defRPr sz="2200"/>
            </a:lvl7pPr>
            <a:lvl8pPr lvl="7" algn="ctr">
              <a:lnSpc>
                <a:spcPct val="90000"/>
              </a:lnSpc>
              <a:spcBef>
                <a:spcPts val="0"/>
              </a:spcBef>
              <a:spcAft>
                <a:spcPts val="0"/>
              </a:spcAft>
              <a:buSzPts val="1400"/>
              <a:buNone/>
              <a:defRPr sz="2200"/>
            </a:lvl8pPr>
            <a:lvl9pPr lvl="8" algn="ctr">
              <a:lnSpc>
                <a:spcPct val="90000"/>
              </a:lnSpc>
              <a:spcBef>
                <a:spcPts val="0"/>
              </a:spcBef>
              <a:spcAft>
                <a:spcPts val="0"/>
              </a:spcAft>
              <a:buSzPts val="1400"/>
              <a:buNone/>
              <a:defRPr sz="2200"/>
            </a:lvl9pPr>
          </a:lstStyle>
          <a:p/>
        </p:txBody>
      </p:sp>
      <p:sp>
        <p:nvSpPr>
          <p:cNvPr id="229" name="Google Shape;229;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30" name="Shape 230"/>
        <p:cNvGrpSpPr/>
        <p:nvPr/>
      </p:nvGrpSpPr>
      <p:grpSpPr>
        <a:xfrm>
          <a:off x="0" y="0"/>
          <a:ext cx="0" cy="0"/>
          <a:chOff x="0" y="0"/>
          <a:chExt cx="0" cy="0"/>
        </a:xfrm>
      </p:grpSpPr>
      <p:pic>
        <p:nvPicPr>
          <p:cNvPr descr="A modern glass skyscraper. " id="231" name="Google Shape;231;p37"/>
          <p:cNvPicPr preferRelativeResize="0"/>
          <p:nvPr/>
        </p:nvPicPr>
        <p:blipFill rotWithShape="1">
          <a:blip r:embed="rId2">
            <a:alphaModFix amt="14000"/>
          </a:blip>
          <a:srcRect b="15605" l="0" r="0" t="0"/>
          <a:stretch/>
        </p:blipFill>
        <p:spPr>
          <a:xfrm>
            <a:off x="0" y="-8150"/>
            <a:ext cx="9144003" cy="5143501"/>
          </a:xfrm>
          <a:prstGeom prst="rect">
            <a:avLst/>
          </a:prstGeom>
          <a:noFill/>
          <a:ln>
            <a:noFill/>
          </a:ln>
        </p:spPr>
      </p:pic>
      <p:sp>
        <p:nvSpPr>
          <p:cNvPr id="232" name="Google Shape;232;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7"/>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34" name="Google Shape;234;p37"/>
          <p:cNvSpPr txBox="1"/>
          <p:nvPr>
            <p:ph idx="2" type="subTitle"/>
          </p:nvPr>
        </p:nvSpPr>
        <p:spPr>
          <a:xfrm>
            <a:off x="2490450" y="732775"/>
            <a:ext cx="4163100" cy="1386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ctr">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35" name="Google Shape;235;p37"/>
          <p:cNvSpPr txBox="1"/>
          <p:nvPr>
            <p:ph type="title"/>
          </p:nvPr>
        </p:nvSpPr>
        <p:spPr>
          <a:xfrm>
            <a:off x="1128900" y="1430400"/>
            <a:ext cx="6886200" cy="2282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3000"/>
              <a:buNone/>
              <a:defRPr sz="28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36" name="Shape 236"/>
        <p:cNvGrpSpPr/>
        <p:nvPr/>
      </p:nvGrpSpPr>
      <p:grpSpPr>
        <a:xfrm>
          <a:off x="0" y="0"/>
          <a:ext cx="0" cy="0"/>
          <a:chOff x="0" y="0"/>
          <a:chExt cx="0" cy="0"/>
        </a:xfrm>
      </p:grpSpPr>
      <p:cxnSp>
        <p:nvCxnSpPr>
          <p:cNvPr id="237" name="Google Shape;237;p38"/>
          <p:cNvCxnSpPr/>
          <p:nvPr/>
        </p:nvCxnSpPr>
        <p:spPr>
          <a:xfrm>
            <a:off x="6096087" y="1794800"/>
            <a:ext cx="0" cy="2755200"/>
          </a:xfrm>
          <a:prstGeom prst="straightConnector1">
            <a:avLst/>
          </a:prstGeom>
          <a:noFill/>
          <a:ln cap="flat" cmpd="sng" w="19050">
            <a:solidFill>
              <a:schemeClr val="lt1"/>
            </a:solidFill>
            <a:prstDash val="solid"/>
            <a:round/>
            <a:headEnd len="sm" w="sm" type="none"/>
            <a:tailEnd len="sm" w="sm" type="none"/>
          </a:ln>
        </p:spPr>
      </p:cxnSp>
      <p:cxnSp>
        <p:nvCxnSpPr>
          <p:cNvPr id="238" name="Google Shape;238;p38"/>
          <p:cNvCxnSpPr/>
          <p:nvPr/>
        </p:nvCxnSpPr>
        <p:spPr>
          <a:xfrm>
            <a:off x="3048087" y="1794800"/>
            <a:ext cx="0" cy="2755200"/>
          </a:xfrm>
          <a:prstGeom prst="straightConnector1">
            <a:avLst/>
          </a:prstGeom>
          <a:noFill/>
          <a:ln cap="flat" cmpd="sng" w="19050">
            <a:solidFill>
              <a:schemeClr val="lt1"/>
            </a:solidFill>
            <a:prstDash val="solid"/>
            <a:round/>
            <a:headEnd len="sm" w="sm" type="none"/>
            <a:tailEnd len="sm" w="sm" type="none"/>
          </a:ln>
        </p:spPr>
      </p:cxnSp>
      <p:cxnSp>
        <p:nvCxnSpPr>
          <p:cNvPr id="239" name="Google Shape;239;p38"/>
          <p:cNvCxnSpPr/>
          <p:nvPr/>
        </p:nvCxnSpPr>
        <p:spPr>
          <a:xfrm>
            <a:off x="50" y="3174279"/>
            <a:ext cx="9144000" cy="0"/>
          </a:xfrm>
          <a:prstGeom prst="straightConnector1">
            <a:avLst/>
          </a:prstGeom>
          <a:noFill/>
          <a:ln cap="flat" cmpd="sng" w="19050">
            <a:solidFill>
              <a:schemeClr val="lt1"/>
            </a:solidFill>
            <a:prstDash val="solid"/>
            <a:round/>
            <a:headEnd len="sm" w="sm" type="none"/>
            <a:tailEnd len="sm" w="sm" type="none"/>
          </a:ln>
        </p:spPr>
      </p:cxnSp>
      <p:sp>
        <p:nvSpPr>
          <p:cNvPr id="240" name="Google Shape;240;p38"/>
          <p:cNvSpPr txBox="1"/>
          <p:nvPr>
            <p:ph idx="1" type="subTitle"/>
          </p:nvPr>
        </p:nvSpPr>
        <p:spPr>
          <a:xfrm>
            <a:off x="363200"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41" name="Google Shape;241;p38"/>
          <p:cNvSpPr txBox="1"/>
          <p:nvPr>
            <p:ph idx="2" type="subTitle"/>
          </p:nvPr>
        </p:nvSpPr>
        <p:spPr>
          <a:xfrm>
            <a:off x="361975"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2" name="Google Shape;242;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3" name="Google Shape;243;p38"/>
          <p:cNvSpPr txBox="1"/>
          <p:nvPr>
            <p:ph idx="3"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44" name="Google Shape;244;p38"/>
          <p:cNvSpPr txBox="1"/>
          <p:nvPr>
            <p:ph type="title"/>
          </p:nvPr>
        </p:nvSpPr>
        <p:spPr>
          <a:xfrm>
            <a:off x="361975" y="962092"/>
            <a:ext cx="57186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245" name="Google Shape;245;p38"/>
          <p:cNvSpPr txBox="1"/>
          <p:nvPr>
            <p:ph idx="4" type="subTitle"/>
          </p:nvPr>
        </p:nvSpPr>
        <p:spPr>
          <a:xfrm>
            <a:off x="3411825"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46" name="Google Shape;246;p38"/>
          <p:cNvSpPr txBox="1"/>
          <p:nvPr>
            <p:ph idx="5" type="subTitle"/>
          </p:nvPr>
        </p:nvSpPr>
        <p:spPr>
          <a:xfrm>
            <a:off x="3410600"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7" name="Google Shape;247;p38"/>
          <p:cNvSpPr txBox="1"/>
          <p:nvPr>
            <p:ph idx="6" type="subTitle"/>
          </p:nvPr>
        </p:nvSpPr>
        <p:spPr>
          <a:xfrm>
            <a:off x="6460475" y="2516650"/>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48" name="Google Shape;248;p38"/>
          <p:cNvSpPr txBox="1"/>
          <p:nvPr>
            <p:ph idx="7" type="subTitle"/>
          </p:nvPr>
        </p:nvSpPr>
        <p:spPr>
          <a:xfrm>
            <a:off x="6459250" y="2227250"/>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49" name="Google Shape;249;p38"/>
          <p:cNvSpPr txBox="1"/>
          <p:nvPr>
            <p:ph idx="8" type="subTitle"/>
          </p:nvPr>
        </p:nvSpPr>
        <p:spPr>
          <a:xfrm>
            <a:off x="363200"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50" name="Google Shape;250;p38"/>
          <p:cNvSpPr txBox="1"/>
          <p:nvPr>
            <p:ph idx="9" type="subTitle"/>
          </p:nvPr>
        </p:nvSpPr>
        <p:spPr>
          <a:xfrm>
            <a:off x="361975"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1" name="Google Shape;251;p38"/>
          <p:cNvSpPr txBox="1"/>
          <p:nvPr>
            <p:ph idx="13" type="subTitle"/>
          </p:nvPr>
        </p:nvSpPr>
        <p:spPr>
          <a:xfrm>
            <a:off x="3411825"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52" name="Google Shape;252;p38"/>
          <p:cNvSpPr txBox="1"/>
          <p:nvPr>
            <p:ph idx="14" type="subTitle"/>
          </p:nvPr>
        </p:nvSpPr>
        <p:spPr>
          <a:xfrm>
            <a:off x="3410600"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53" name="Google Shape;253;p38"/>
          <p:cNvSpPr txBox="1"/>
          <p:nvPr>
            <p:ph idx="15" type="subTitle"/>
          </p:nvPr>
        </p:nvSpPr>
        <p:spPr>
          <a:xfrm>
            <a:off x="6460475" y="3864775"/>
            <a:ext cx="2321700" cy="1878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dk1"/>
              </a:buClr>
              <a:buSzPts val="1600"/>
              <a:buNone/>
              <a:defRPr sz="1600">
                <a:solidFill>
                  <a:schemeClr val="dk1"/>
                </a:solidFill>
              </a:defRPr>
            </a:lvl1pPr>
            <a:lvl2pPr lvl="1" algn="l">
              <a:lnSpc>
                <a:spcPct val="115000"/>
              </a:lnSpc>
              <a:spcBef>
                <a:spcPts val="0"/>
              </a:spcBef>
              <a:spcAft>
                <a:spcPts val="0"/>
              </a:spcAft>
              <a:buClr>
                <a:schemeClr val="dk1"/>
              </a:buClr>
              <a:buSzPts val="1000"/>
              <a:buNone/>
              <a:defRPr sz="1000">
                <a:solidFill>
                  <a:schemeClr val="dk1"/>
                </a:solidFill>
              </a:defRPr>
            </a:lvl2pPr>
            <a:lvl3pPr lvl="2" algn="l">
              <a:lnSpc>
                <a:spcPct val="115000"/>
              </a:lnSpc>
              <a:spcBef>
                <a:spcPts val="0"/>
              </a:spcBef>
              <a:spcAft>
                <a:spcPts val="0"/>
              </a:spcAft>
              <a:buClr>
                <a:schemeClr val="dk1"/>
              </a:buClr>
              <a:buSzPts val="1000"/>
              <a:buNone/>
              <a:defRPr sz="1000">
                <a:solidFill>
                  <a:schemeClr val="dk1"/>
                </a:solidFill>
              </a:defRPr>
            </a:lvl3pPr>
            <a:lvl4pPr lvl="3" algn="l">
              <a:lnSpc>
                <a:spcPct val="115000"/>
              </a:lnSpc>
              <a:spcBef>
                <a:spcPts val="0"/>
              </a:spcBef>
              <a:spcAft>
                <a:spcPts val="0"/>
              </a:spcAft>
              <a:buClr>
                <a:schemeClr val="dk1"/>
              </a:buClr>
              <a:buSzPts val="1000"/>
              <a:buNone/>
              <a:defRPr sz="1000">
                <a:solidFill>
                  <a:schemeClr val="dk1"/>
                </a:solidFill>
              </a:defRPr>
            </a:lvl4pPr>
            <a:lvl5pPr lvl="4" algn="l">
              <a:lnSpc>
                <a:spcPct val="115000"/>
              </a:lnSpc>
              <a:spcBef>
                <a:spcPts val="0"/>
              </a:spcBef>
              <a:spcAft>
                <a:spcPts val="0"/>
              </a:spcAft>
              <a:buClr>
                <a:schemeClr val="dk1"/>
              </a:buClr>
              <a:buSzPts val="1000"/>
              <a:buNone/>
              <a:defRPr sz="1000">
                <a:solidFill>
                  <a:schemeClr val="dk1"/>
                </a:solidFill>
              </a:defRPr>
            </a:lvl5pPr>
            <a:lvl6pPr lvl="5" algn="l">
              <a:lnSpc>
                <a:spcPct val="115000"/>
              </a:lnSpc>
              <a:spcBef>
                <a:spcPts val="0"/>
              </a:spcBef>
              <a:spcAft>
                <a:spcPts val="0"/>
              </a:spcAft>
              <a:buClr>
                <a:schemeClr val="dk1"/>
              </a:buClr>
              <a:buSzPts val="1000"/>
              <a:buNone/>
              <a:defRPr sz="1000">
                <a:solidFill>
                  <a:schemeClr val="dk1"/>
                </a:solidFill>
              </a:defRPr>
            </a:lvl6pPr>
            <a:lvl7pPr lvl="6" algn="l">
              <a:lnSpc>
                <a:spcPct val="115000"/>
              </a:lnSpc>
              <a:spcBef>
                <a:spcPts val="0"/>
              </a:spcBef>
              <a:spcAft>
                <a:spcPts val="0"/>
              </a:spcAft>
              <a:buClr>
                <a:schemeClr val="dk1"/>
              </a:buClr>
              <a:buSzPts val="1000"/>
              <a:buNone/>
              <a:defRPr sz="1000">
                <a:solidFill>
                  <a:schemeClr val="dk1"/>
                </a:solidFill>
              </a:defRPr>
            </a:lvl7pPr>
            <a:lvl8pPr lvl="7" algn="l">
              <a:lnSpc>
                <a:spcPct val="115000"/>
              </a:lnSpc>
              <a:spcBef>
                <a:spcPts val="0"/>
              </a:spcBef>
              <a:spcAft>
                <a:spcPts val="0"/>
              </a:spcAft>
              <a:buClr>
                <a:schemeClr val="dk1"/>
              </a:buClr>
              <a:buSzPts val="1000"/>
              <a:buNone/>
              <a:defRPr sz="1000">
                <a:solidFill>
                  <a:schemeClr val="dk1"/>
                </a:solidFill>
              </a:defRPr>
            </a:lvl8pPr>
            <a:lvl9pPr lvl="8" algn="l">
              <a:lnSpc>
                <a:spcPct val="115000"/>
              </a:lnSpc>
              <a:spcBef>
                <a:spcPts val="0"/>
              </a:spcBef>
              <a:spcAft>
                <a:spcPts val="0"/>
              </a:spcAft>
              <a:buClr>
                <a:schemeClr val="dk1"/>
              </a:buClr>
              <a:buSzPts val="1000"/>
              <a:buNone/>
              <a:defRPr sz="1000">
                <a:solidFill>
                  <a:schemeClr val="dk1"/>
                </a:solidFill>
              </a:defRPr>
            </a:lvl9pPr>
          </a:lstStyle>
          <a:p/>
        </p:txBody>
      </p:sp>
      <p:sp>
        <p:nvSpPr>
          <p:cNvPr id="254" name="Google Shape;254;p38"/>
          <p:cNvSpPr txBox="1"/>
          <p:nvPr>
            <p:ph idx="16" type="subTitle"/>
          </p:nvPr>
        </p:nvSpPr>
        <p:spPr>
          <a:xfrm>
            <a:off x="6459250" y="3575375"/>
            <a:ext cx="23217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lgn="l">
              <a:lnSpc>
                <a:spcPct val="115000"/>
              </a:lnSpc>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255" name="Shape 255"/>
        <p:cNvGrpSpPr/>
        <p:nvPr/>
      </p:nvGrpSpPr>
      <p:grpSpPr>
        <a:xfrm>
          <a:off x="0" y="0"/>
          <a:ext cx="0" cy="0"/>
          <a:chOff x="0" y="0"/>
          <a:chExt cx="0" cy="0"/>
        </a:xfrm>
      </p:grpSpPr>
      <p:sp>
        <p:nvSpPr>
          <p:cNvPr id="256" name="Google Shape;256;p39"/>
          <p:cNvSpPr txBox="1"/>
          <p:nvPr>
            <p:ph idx="1" type="subTitle"/>
          </p:nvPr>
        </p:nvSpPr>
        <p:spPr>
          <a:xfrm>
            <a:off x="742900" y="2158550"/>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57" name="Google Shape;257;p39"/>
          <p:cNvSpPr txBox="1"/>
          <p:nvPr>
            <p:ph idx="2" type="body"/>
          </p:nvPr>
        </p:nvSpPr>
        <p:spPr>
          <a:xfrm>
            <a:off x="742900" y="2381875"/>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8" name="Google Shape;258;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259" name="Google Shape;259;p39"/>
          <p:cNvSpPr txBox="1"/>
          <p:nvPr>
            <p:ph type="title"/>
          </p:nvPr>
        </p:nvSpPr>
        <p:spPr>
          <a:xfrm>
            <a:off x="361975" y="988550"/>
            <a:ext cx="42972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2200"/>
            </a:lvl1pPr>
            <a:lvl2pPr lvl="1" algn="l">
              <a:lnSpc>
                <a:spcPct val="90000"/>
              </a:lnSpc>
              <a:spcBef>
                <a:spcPts val="0"/>
              </a:spcBef>
              <a:spcAft>
                <a:spcPts val="0"/>
              </a:spcAft>
              <a:buSzPts val="1400"/>
              <a:buNone/>
              <a:defRPr sz="2200"/>
            </a:lvl2pPr>
            <a:lvl3pPr lvl="2" algn="l">
              <a:lnSpc>
                <a:spcPct val="90000"/>
              </a:lnSpc>
              <a:spcBef>
                <a:spcPts val="0"/>
              </a:spcBef>
              <a:spcAft>
                <a:spcPts val="0"/>
              </a:spcAft>
              <a:buSzPts val="1400"/>
              <a:buNone/>
              <a:defRPr sz="2200"/>
            </a:lvl3pPr>
            <a:lvl4pPr lvl="3" algn="l">
              <a:lnSpc>
                <a:spcPct val="90000"/>
              </a:lnSpc>
              <a:spcBef>
                <a:spcPts val="0"/>
              </a:spcBef>
              <a:spcAft>
                <a:spcPts val="0"/>
              </a:spcAft>
              <a:buSzPts val="1400"/>
              <a:buNone/>
              <a:defRPr sz="2200"/>
            </a:lvl4pPr>
            <a:lvl5pPr lvl="4" algn="l">
              <a:lnSpc>
                <a:spcPct val="90000"/>
              </a:lnSpc>
              <a:spcBef>
                <a:spcPts val="0"/>
              </a:spcBef>
              <a:spcAft>
                <a:spcPts val="0"/>
              </a:spcAft>
              <a:buSzPts val="1400"/>
              <a:buNone/>
              <a:defRPr sz="2200"/>
            </a:lvl5pPr>
            <a:lvl6pPr lvl="5" algn="l">
              <a:lnSpc>
                <a:spcPct val="90000"/>
              </a:lnSpc>
              <a:spcBef>
                <a:spcPts val="0"/>
              </a:spcBef>
              <a:spcAft>
                <a:spcPts val="0"/>
              </a:spcAft>
              <a:buSzPts val="1400"/>
              <a:buNone/>
              <a:defRPr sz="2200"/>
            </a:lvl6pPr>
            <a:lvl7pPr lvl="6" algn="l">
              <a:lnSpc>
                <a:spcPct val="90000"/>
              </a:lnSpc>
              <a:spcBef>
                <a:spcPts val="0"/>
              </a:spcBef>
              <a:spcAft>
                <a:spcPts val="0"/>
              </a:spcAft>
              <a:buSzPts val="1400"/>
              <a:buNone/>
              <a:defRPr sz="2200"/>
            </a:lvl7pPr>
            <a:lvl8pPr lvl="7" algn="l">
              <a:lnSpc>
                <a:spcPct val="90000"/>
              </a:lnSpc>
              <a:spcBef>
                <a:spcPts val="0"/>
              </a:spcBef>
              <a:spcAft>
                <a:spcPts val="0"/>
              </a:spcAft>
              <a:buSzPts val="1400"/>
              <a:buNone/>
              <a:defRPr sz="2200"/>
            </a:lvl8pPr>
            <a:lvl9pPr lvl="8" algn="l">
              <a:lnSpc>
                <a:spcPct val="90000"/>
              </a:lnSpc>
              <a:spcBef>
                <a:spcPts val="0"/>
              </a:spcBef>
              <a:spcAft>
                <a:spcPts val="0"/>
              </a:spcAft>
              <a:buSzPts val="1400"/>
              <a:buNone/>
              <a:defRPr sz="2200"/>
            </a:lvl9pPr>
          </a:lstStyle>
          <a:p/>
        </p:txBody>
      </p:sp>
      <p:sp>
        <p:nvSpPr>
          <p:cNvPr id="260" name="Google Shape;260;p39"/>
          <p:cNvSpPr txBox="1"/>
          <p:nvPr>
            <p:ph idx="4"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1" name="Google Shape;261;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39"/>
          <p:cNvSpPr txBox="1"/>
          <p:nvPr>
            <p:ph idx="5"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263" name="Google Shape;263;p39"/>
          <p:cNvSpPr txBox="1"/>
          <p:nvPr>
            <p:ph idx="6" type="subTitle"/>
          </p:nvPr>
        </p:nvSpPr>
        <p:spPr>
          <a:xfrm>
            <a:off x="5785175" y="3335324"/>
            <a:ext cx="2991600" cy="277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800"/>
              <a:buNone/>
              <a:defRPr sz="1800"/>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264" name="Google Shape;264;p39"/>
          <p:cNvSpPr txBox="1"/>
          <p:nvPr>
            <p:ph idx="7" type="subTitle"/>
          </p:nvPr>
        </p:nvSpPr>
        <p:spPr>
          <a:xfrm>
            <a:off x="742900" y="3910855"/>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5" name="Google Shape;265;p39"/>
          <p:cNvSpPr txBox="1"/>
          <p:nvPr>
            <p:ph idx="8" type="body"/>
          </p:nvPr>
        </p:nvSpPr>
        <p:spPr>
          <a:xfrm>
            <a:off x="742900" y="4134180"/>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6" name="Google Shape;266;p39"/>
          <p:cNvSpPr txBox="1"/>
          <p:nvPr>
            <p:ph idx="9" type="subTitle"/>
          </p:nvPr>
        </p:nvSpPr>
        <p:spPr>
          <a:xfrm>
            <a:off x="742900" y="3050778"/>
            <a:ext cx="32130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2pPr>
            <a:lvl3pPr lvl="2"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3pPr>
            <a:lvl4pPr lvl="3"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4pPr>
            <a:lvl5pPr lvl="4"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5pPr>
            <a:lvl6pPr lvl="5"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6pPr>
            <a:lvl7pPr lvl="6"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7pPr>
            <a:lvl8pPr lvl="7"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8pPr>
            <a:lvl9pPr lvl="8" algn="l">
              <a:lnSpc>
                <a:spcPct val="115000"/>
              </a:lnSpc>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267" name="Google Shape;267;p39"/>
          <p:cNvSpPr txBox="1"/>
          <p:nvPr>
            <p:ph idx="13" type="body"/>
          </p:nvPr>
        </p:nvSpPr>
        <p:spPr>
          <a:xfrm>
            <a:off x="742900" y="3274103"/>
            <a:ext cx="3213000" cy="461700"/>
          </a:xfrm>
          <a:prstGeom prst="rect">
            <a:avLst/>
          </a:prstGeom>
          <a:noFill/>
          <a:ln>
            <a:noFill/>
          </a:ln>
        </p:spPr>
        <p:txBody>
          <a:bodyPr anchorCtr="0" anchor="t"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68" name="Google Shape;268;p39"/>
          <p:cNvSpPr txBox="1"/>
          <p:nvPr>
            <p:ph idx="14" type="body"/>
          </p:nvPr>
        </p:nvSpPr>
        <p:spPr>
          <a:xfrm>
            <a:off x="5785175" y="4134175"/>
            <a:ext cx="29916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269" name="Shape 269"/>
        <p:cNvGrpSpPr/>
        <p:nvPr/>
      </p:nvGrpSpPr>
      <p:grpSpPr>
        <a:xfrm>
          <a:off x="0" y="0"/>
          <a:ext cx="0" cy="0"/>
          <a:chOff x="0" y="0"/>
          <a:chExt cx="0" cy="0"/>
        </a:xfrm>
      </p:grpSpPr>
      <p:sp>
        <p:nvSpPr>
          <p:cNvPr id="270" name="Google Shape;270;p40"/>
          <p:cNvSpPr/>
          <p:nvPr>
            <p:ph idx="2" type="pic"/>
          </p:nvPr>
        </p:nvSpPr>
        <p:spPr>
          <a:xfrm>
            <a:off x="75" y="0"/>
            <a:ext cx="2853300" cy="2436600"/>
          </a:xfrm>
          <a:prstGeom prst="rect">
            <a:avLst/>
          </a:prstGeom>
          <a:noFill/>
          <a:ln>
            <a:noFill/>
          </a:ln>
        </p:spPr>
      </p:sp>
      <p:sp>
        <p:nvSpPr>
          <p:cNvPr id="271" name="Google Shape;271;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40"/>
          <p:cNvSpPr txBox="1"/>
          <p:nvPr>
            <p:ph idx="1" type="subTitle"/>
          </p:nvPr>
        </p:nvSpPr>
        <p:spPr>
          <a:xfrm>
            <a:off x="361975" y="2614325"/>
            <a:ext cx="2061600" cy="277200"/>
          </a:xfrm>
          <a:prstGeom prst="rect">
            <a:avLst/>
          </a:prstGeom>
          <a:noFill/>
          <a:ln>
            <a:noFill/>
          </a:ln>
        </p:spPr>
        <p:txBody>
          <a:bodyPr anchorCtr="0" anchor="t" bIns="0" lIns="0" spcFirstLastPara="1" rIns="0" wrap="square" tIns="0">
            <a:spAutoFit/>
          </a:bodyPr>
          <a:lstStyle>
            <a:lvl1pPr lvl="0" algn="l">
              <a:lnSpc>
                <a:spcPct val="115000"/>
              </a:lnSpc>
              <a:spcBef>
                <a:spcPts val="0"/>
              </a:spcBef>
              <a:spcAft>
                <a:spcPts val="0"/>
              </a:spcAft>
              <a:buSzPts val="1800"/>
              <a:buNone/>
              <a:defRPr sz="1800"/>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273" name="Shape 273"/>
        <p:cNvGrpSpPr/>
        <p:nvPr/>
      </p:nvGrpSpPr>
      <p:grpSpPr>
        <a:xfrm>
          <a:off x="0" y="0"/>
          <a:ext cx="0" cy="0"/>
          <a:chOff x="0" y="0"/>
          <a:chExt cx="0" cy="0"/>
        </a:xfrm>
      </p:grpSpPr>
      <p:sp>
        <p:nvSpPr>
          <p:cNvPr id="274" name="Google Shape;274;p41"/>
          <p:cNvSpPr txBox="1"/>
          <p:nvPr>
            <p:ph idx="1" type="body"/>
          </p:nvPr>
        </p:nvSpPr>
        <p:spPr>
          <a:xfrm>
            <a:off x="352800"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5" name="Google Shape;275;p41"/>
          <p:cNvSpPr txBox="1"/>
          <p:nvPr>
            <p:ph idx="2" type="body"/>
          </p:nvPr>
        </p:nvSpPr>
        <p:spPr>
          <a:xfrm>
            <a:off x="7187875"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6" name="Google Shape;276;p41"/>
          <p:cNvSpPr txBox="1"/>
          <p:nvPr>
            <p:ph idx="3" type="body"/>
          </p:nvPr>
        </p:nvSpPr>
        <p:spPr>
          <a:xfrm>
            <a:off x="4924400"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7" name="Google Shape;277;p41"/>
          <p:cNvSpPr txBox="1"/>
          <p:nvPr>
            <p:ph idx="4" type="body"/>
          </p:nvPr>
        </p:nvSpPr>
        <p:spPr>
          <a:xfrm>
            <a:off x="2643063" y="3754932"/>
            <a:ext cx="1588800" cy="688200"/>
          </a:xfrm>
          <a:prstGeom prst="rect">
            <a:avLst/>
          </a:prstGeom>
          <a:noFill/>
          <a:ln>
            <a:noFill/>
          </a:ln>
        </p:spPr>
        <p:txBody>
          <a:bodyPr anchorCtr="0" anchor="t" bIns="0" lIns="0" spcFirstLastPara="1" rIns="0" wrap="square" tIns="0">
            <a:noAutofit/>
          </a:bodyPr>
          <a:lstStyle>
            <a:lvl1pPr indent="-285750" lvl="0" marL="457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lnSpc>
                <a:spcPct val="115000"/>
              </a:lnSpc>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278" name="Google Shape;278;p41"/>
          <p:cNvSpPr/>
          <p:nvPr>
            <p:ph idx="5" type="pic"/>
          </p:nvPr>
        </p:nvSpPr>
        <p:spPr>
          <a:xfrm>
            <a:off x="2941550" y="1923334"/>
            <a:ext cx="991800" cy="991800"/>
          </a:xfrm>
          <a:prstGeom prst="rect">
            <a:avLst/>
          </a:prstGeom>
          <a:noFill/>
          <a:ln>
            <a:noFill/>
          </a:ln>
        </p:spPr>
      </p:sp>
      <p:sp>
        <p:nvSpPr>
          <p:cNvPr id="279" name="Google Shape;279;p41"/>
          <p:cNvSpPr/>
          <p:nvPr>
            <p:ph idx="6" type="pic"/>
          </p:nvPr>
        </p:nvSpPr>
        <p:spPr>
          <a:xfrm>
            <a:off x="5227063" y="1923334"/>
            <a:ext cx="991800" cy="991800"/>
          </a:xfrm>
          <a:prstGeom prst="rect">
            <a:avLst/>
          </a:prstGeom>
          <a:noFill/>
          <a:ln>
            <a:noFill/>
          </a:ln>
        </p:spPr>
      </p:sp>
      <p:sp>
        <p:nvSpPr>
          <p:cNvPr id="280" name="Google Shape;280;p41"/>
          <p:cNvSpPr/>
          <p:nvPr>
            <p:ph idx="7" type="pic"/>
          </p:nvPr>
        </p:nvSpPr>
        <p:spPr>
          <a:xfrm>
            <a:off x="7495263" y="1923334"/>
            <a:ext cx="991800" cy="991800"/>
          </a:xfrm>
          <a:prstGeom prst="rect">
            <a:avLst/>
          </a:prstGeom>
          <a:noFill/>
          <a:ln>
            <a:noFill/>
          </a:ln>
        </p:spPr>
      </p:sp>
      <p:cxnSp>
        <p:nvCxnSpPr>
          <p:cNvPr id="281" name="Google Shape;281;p41"/>
          <p:cNvCxnSpPr/>
          <p:nvPr/>
        </p:nvCxnSpPr>
        <p:spPr>
          <a:xfrm>
            <a:off x="2286125" y="1801500"/>
            <a:ext cx="0" cy="3342000"/>
          </a:xfrm>
          <a:prstGeom prst="straightConnector1">
            <a:avLst/>
          </a:prstGeom>
          <a:noFill/>
          <a:ln cap="flat" cmpd="sng" w="19050">
            <a:solidFill>
              <a:schemeClr val="lt1"/>
            </a:solidFill>
            <a:prstDash val="solid"/>
            <a:round/>
            <a:headEnd len="sm" w="sm" type="none"/>
            <a:tailEnd len="sm" w="sm" type="none"/>
          </a:ln>
        </p:spPr>
      </p:cxnSp>
      <p:cxnSp>
        <p:nvCxnSpPr>
          <p:cNvPr id="282" name="Google Shape;282;p41"/>
          <p:cNvCxnSpPr/>
          <p:nvPr/>
        </p:nvCxnSpPr>
        <p:spPr>
          <a:xfrm>
            <a:off x="4580525" y="1801500"/>
            <a:ext cx="0" cy="3342000"/>
          </a:xfrm>
          <a:prstGeom prst="straightConnector1">
            <a:avLst/>
          </a:prstGeom>
          <a:noFill/>
          <a:ln cap="flat" cmpd="sng" w="19050">
            <a:solidFill>
              <a:schemeClr val="lt1"/>
            </a:solidFill>
            <a:prstDash val="solid"/>
            <a:round/>
            <a:headEnd len="sm" w="sm" type="none"/>
            <a:tailEnd len="sm" w="sm" type="none"/>
          </a:ln>
        </p:spPr>
      </p:cxnSp>
      <p:cxnSp>
        <p:nvCxnSpPr>
          <p:cNvPr id="283" name="Google Shape;283;p41"/>
          <p:cNvCxnSpPr/>
          <p:nvPr/>
        </p:nvCxnSpPr>
        <p:spPr>
          <a:xfrm>
            <a:off x="6857075" y="1801500"/>
            <a:ext cx="0" cy="3342000"/>
          </a:xfrm>
          <a:prstGeom prst="straightConnector1">
            <a:avLst/>
          </a:prstGeom>
          <a:noFill/>
          <a:ln cap="flat" cmpd="sng" w="19050">
            <a:solidFill>
              <a:schemeClr val="lt1"/>
            </a:solidFill>
            <a:prstDash val="solid"/>
            <a:round/>
            <a:headEnd len="sm" w="sm" type="none"/>
            <a:tailEnd len="sm" w="sm" type="none"/>
          </a:ln>
        </p:spPr>
      </p:cxnSp>
      <p:sp>
        <p:nvSpPr>
          <p:cNvPr id="284" name="Google Shape;284;p41"/>
          <p:cNvSpPr/>
          <p:nvPr>
            <p:ph idx="8" type="pic"/>
          </p:nvPr>
        </p:nvSpPr>
        <p:spPr>
          <a:xfrm>
            <a:off x="651288" y="1923334"/>
            <a:ext cx="991800" cy="991800"/>
          </a:xfrm>
          <a:prstGeom prst="rect">
            <a:avLst/>
          </a:prstGeom>
          <a:noFill/>
          <a:ln>
            <a:noFill/>
          </a:ln>
        </p:spPr>
      </p:sp>
      <p:sp>
        <p:nvSpPr>
          <p:cNvPr id="285" name="Google Shape;285;p41"/>
          <p:cNvSpPr txBox="1"/>
          <p:nvPr>
            <p:ph type="title"/>
          </p:nvPr>
        </p:nvSpPr>
        <p:spPr>
          <a:xfrm>
            <a:off x="361975" y="962092"/>
            <a:ext cx="57186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solidFill>
                  <a:schemeClr val="dk1"/>
                </a:solidFill>
              </a:defRPr>
            </a:lvl1pPr>
            <a:lvl2pPr lvl="1" algn="l">
              <a:lnSpc>
                <a:spcPct val="90000"/>
              </a:lnSpc>
              <a:spcBef>
                <a:spcPts val="0"/>
              </a:spcBef>
              <a:spcAft>
                <a:spcPts val="0"/>
              </a:spcAft>
              <a:buSzPts val="1400"/>
              <a:buNone/>
              <a:defRPr sz="3600">
                <a:solidFill>
                  <a:schemeClr val="dk1"/>
                </a:solidFill>
              </a:defRPr>
            </a:lvl2pPr>
            <a:lvl3pPr lvl="2" algn="l">
              <a:lnSpc>
                <a:spcPct val="90000"/>
              </a:lnSpc>
              <a:spcBef>
                <a:spcPts val="0"/>
              </a:spcBef>
              <a:spcAft>
                <a:spcPts val="0"/>
              </a:spcAft>
              <a:buSzPts val="1400"/>
              <a:buNone/>
              <a:defRPr sz="3600">
                <a:solidFill>
                  <a:schemeClr val="dk1"/>
                </a:solidFill>
              </a:defRPr>
            </a:lvl3pPr>
            <a:lvl4pPr lvl="3" algn="l">
              <a:lnSpc>
                <a:spcPct val="90000"/>
              </a:lnSpc>
              <a:spcBef>
                <a:spcPts val="0"/>
              </a:spcBef>
              <a:spcAft>
                <a:spcPts val="0"/>
              </a:spcAft>
              <a:buSzPts val="1400"/>
              <a:buNone/>
              <a:defRPr sz="3600">
                <a:solidFill>
                  <a:schemeClr val="dk1"/>
                </a:solidFill>
              </a:defRPr>
            </a:lvl4pPr>
            <a:lvl5pPr lvl="4" algn="l">
              <a:lnSpc>
                <a:spcPct val="90000"/>
              </a:lnSpc>
              <a:spcBef>
                <a:spcPts val="0"/>
              </a:spcBef>
              <a:spcAft>
                <a:spcPts val="0"/>
              </a:spcAft>
              <a:buSzPts val="1400"/>
              <a:buNone/>
              <a:defRPr sz="3600">
                <a:solidFill>
                  <a:schemeClr val="dk1"/>
                </a:solidFill>
              </a:defRPr>
            </a:lvl5pPr>
            <a:lvl6pPr lvl="5" algn="l">
              <a:lnSpc>
                <a:spcPct val="90000"/>
              </a:lnSpc>
              <a:spcBef>
                <a:spcPts val="0"/>
              </a:spcBef>
              <a:spcAft>
                <a:spcPts val="0"/>
              </a:spcAft>
              <a:buSzPts val="1400"/>
              <a:buNone/>
              <a:defRPr sz="3600">
                <a:solidFill>
                  <a:schemeClr val="dk1"/>
                </a:solidFill>
              </a:defRPr>
            </a:lvl6pPr>
            <a:lvl7pPr lvl="6" algn="l">
              <a:lnSpc>
                <a:spcPct val="90000"/>
              </a:lnSpc>
              <a:spcBef>
                <a:spcPts val="0"/>
              </a:spcBef>
              <a:spcAft>
                <a:spcPts val="0"/>
              </a:spcAft>
              <a:buSzPts val="1400"/>
              <a:buNone/>
              <a:defRPr sz="3600">
                <a:solidFill>
                  <a:schemeClr val="dk1"/>
                </a:solidFill>
              </a:defRPr>
            </a:lvl7pPr>
            <a:lvl8pPr lvl="7" algn="l">
              <a:lnSpc>
                <a:spcPct val="90000"/>
              </a:lnSpc>
              <a:spcBef>
                <a:spcPts val="0"/>
              </a:spcBef>
              <a:spcAft>
                <a:spcPts val="0"/>
              </a:spcAft>
              <a:buSzPts val="1400"/>
              <a:buNone/>
              <a:defRPr sz="3600">
                <a:solidFill>
                  <a:schemeClr val="dk1"/>
                </a:solidFill>
              </a:defRPr>
            </a:lvl8pPr>
            <a:lvl9pPr lvl="8" algn="l">
              <a:lnSpc>
                <a:spcPct val="90000"/>
              </a:lnSpc>
              <a:spcBef>
                <a:spcPts val="0"/>
              </a:spcBef>
              <a:spcAft>
                <a:spcPts val="0"/>
              </a:spcAft>
              <a:buSzPts val="1400"/>
              <a:buNone/>
              <a:defRPr sz="3600">
                <a:solidFill>
                  <a:schemeClr val="dk1"/>
                </a:solidFill>
              </a:defRPr>
            </a:lvl9pPr>
          </a:lstStyle>
          <a:p/>
        </p:txBody>
      </p:sp>
      <p:sp>
        <p:nvSpPr>
          <p:cNvPr id="286" name="Google Shape;286;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7" name="Google Shape;287;p41"/>
          <p:cNvSpPr txBox="1"/>
          <p:nvPr>
            <p:ph idx="9"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
        <p:nvSpPr>
          <p:cNvPr id="288" name="Google Shape;288;p41"/>
          <p:cNvSpPr txBox="1"/>
          <p:nvPr>
            <p:ph idx="13" type="subTitle"/>
          </p:nvPr>
        </p:nvSpPr>
        <p:spPr>
          <a:xfrm>
            <a:off x="353250"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289" name="Google Shape;289;p41"/>
          <p:cNvSpPr txBox="1"/>
          <p:nvPr>
            <p:ph idx="14" type="subTitle"/>
          </p:nvPr>
        </p:nvSpPr>
        <p:spPr>
          <a:xfrm>
            <a:off x="353250"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290" name="Google Shape;290;p41"/>
          <p:cNvSpPr txBox="1"/>
          <p:nvPr>
            <p:ph idx="15" type="subTitle"/>
          </p:nvPr>
        </p:nvSpPr>
        <p:spPr>
          <a:xfrm>
            <a:off x="353250"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1" name="Google Shape;291;p41"/>
          <p:cNvSpPr txBox="1"/>
          <p:nvPr>
            <p:ph idx="16" type="subTitle"/>
          </p:nvPr>
        </p:nvSpPr>
        <p:spPr>
          <a:xfrm>
            <a:off x="7188325"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292" name="Google Shape;292;p41"/>
          <p:cNvSpPr txBox="1"/>
          <p:nvPr>
            <p:ph idx="17" type="subTitle"/>
          </p:nvPr>
        </p:nvSpPr>
        <p:spPr>
          <a:xfrm>
            <a:off x="7188325"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293" name="Google Shape;293;p41"/>
          <p:cNvSpPr txBox="1"/>
          <p:nvPr>
            <p:ph idx="18" type="subTitle"/>
          </p:nvPr>
        </p:nvSpPr>
        <p:spPr>
          <a:xfrm>
            <a:off x="7188325"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4" name="Google Shape;294;p41"/>
          <p:cNvSpPr txBox="1"/>
          <p:nvPr>
            <p:ph idx="19" type="subTitle"/>
          </p:nvPr>
        </p:nvSpPr>
        <p:spPr>
          <a:xfrm>
            <a:off x="4924850"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295" name="Google Shape;295;p41"/>
          <p:cNvSpPr txBox="1"/>
          <p:nvPr>
            <p:ph idx="20" type="subTitle"/>
          </p:nvPr>
        </p:nvSpPr>
        <p:spPr>
          <a:xfrm>
            <a:off x="4924850"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296" name="Google Shape;296;p41"/>
          <p:cNvSpPr txBox="1"/>
          <p:nvPr>
            <p:ph idx="21" type="subTitle"/>
          </p:nvPr>
        </p:nvSpPr>
        <p:spPr>
          <a:xfrm>
            <a:off x="4924850"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297" name="Google Shape;297;p41"/>
          <p:cNvSpPr txBox="1"/>
          <p:nvPr>
            <p:ph idx="22" type="subTitle"/>
          </p:nvPr>
        </p:nvSpPr>
        <p:spPr>
          <a:xfrm>
            <a:off x="2643513" y="3248209"/>
            <a:ext cx="1587900" cy="187800"/>
          </a:xfrm>
          <a:prstGeom prst="rect">
            <a:avLst/>
          </a:prstGeom>
          <a:noFill/>
          <a:ln>
            <a:noFill/>
          </a:ln>
        </p:spPr>
        <p:txBody>
          <a:bodyPr anchorCtr="0" anchor="t" bIns="0" lIns="0" spcFirstLastPara="1" rIns="0" wrap="square" tIns="0">
            <a:spAutoFit/>
          </a:bodyPr>
          <a:lstStyle>
            <a:lvl1pPr lvl="0" algn="ctr">
              <a:lnSpc>
                <a:spcPct val="115000"/>
              </a:lnSpc>
              <a:spcBef>
                <a:spcPts val="0"/>
              </a:spcBef>
              <a:spcAft>
                <a:spcPts val="0"/>
              </a:spcAft>
              <a:buClr>
                <a:schemeClr val="accent1"/>
              </a:buClr>
              <a:buSzPts val="1400"/>
              <a:buNone/>
              <a:defRPr>
                <a:solidFill>
                  <a:schemeClr val="accent1"/>
                </a:solidFill>
              </a:defRPr>
            </a:lvl1pPr>
            <a:lvl2pPr lvl="1" algn="ctr">
              <a:lnSpc>
                <a:spcPct val="115000"/>
              </a:lnSpc>
              <a:spcBef>
                <a:spcPts val="0"/>
              </a:spcBef>
              <a:spcAft>
                <a:spcPts val="0"/>
              </a:spcAft>
              <a:buClr>
                <a:schemeClr val="accent1"/>
              </a:buClr>
              <a:buSzPts val="1000"/>
              <a:buNone/>
              <a:defRPr sz="1000">
                <a:solidFill>
                  <a:schemeClr val="accent1"/>
                </a:solidFill>
              </a:defRPr>
            </a:lvl2pPr>
            <a:lvl3pPr lvl="2" algn="ctr">
              <a:lnSpc>
                <a:spcPct val="115000"/>
              </a:lnSpc>
              <a:spcBef>
                <a:spcPts val="0"/>
              </a:spcBef>
              <a:spcAft>
                <a:spcPts val="0"/>
              </a:spcAft>
              <a:buClr>
                <a:schemeClr val="accent1"/>
              </a:buClr>
              <a:buSzPts val="1000"/>
              <a:buNone/>
              <a:defRPr sz="1000">
                <a:solidFill>
                  <a:schemeClr val="accent1"/>
                </a:solidFill>
              </a:defRPr>
            </a:lvl3pPr>
            <a:lvl4pPr lvl="3" algn="ctr">
              <a:lnSpc>
                <a:spcPct val="115000"/>
              </a:lnSpc>
              <a:spcBef>
                <a:spcPts val="0"/>
              </a:spcBef>
              <a:spcAft>
                <a:spcPts val="0"/>
              </a:spcAft>
              <a:buClr>
                <a:schemeClr val="accent1"/>
              </a:buClr>
              <a:buSzPts val="1000"/>
              <a:buNone/>
              <a:defRPr sz="1000">
                <a:solidFill>
                  <a:schemeClr val="accent1"/>
                </a:solidFill>
              </a:defRPr>
            </a:lvl4pPr>
            <a:lvl5pPr lvl="4" algn="ctr">
              <a:lnSpc>
                <a:spcPct val="115000"/>
              </a:lnSpc>
              <a:spcBef>
                <a:spcPts val="0"/>
              </a:spcBef>
              <a:spcAft>
                <a:spcPts val="0"/>
              </a:spcAft>
              <a:buClr>
                <a:schemeClr val="accent1"/>
              </a:buClr>
              <a:buSzPts val="1000"/>
              <a:buNone/>
              <a:defRPr sz="1000">
                <a:solidFill>
                  <a:schemeClr val="accent1"/>
                </a:solidFill>
              </a:defRPr>
            </a:lvl5pPr>
            <a:lvl6pPr lvl="5" algn="ctr">
              <a:lnSpc>
                <a:spcPct val="115000"/>
              </a:lnSpc>
              <a:spcBef>
                <a:spcPts val="0"/>
              </a:spcBef>
              <a:spcAft>
                <a:spcPts val="0"/>
              </a:spcAft>
              <a:buClr>
                <a:schemeClr val="accent1"/>
              </a:buClr>
              <a:buSzPts val="1000"/>
              <a:buNone/>
              <a:defRPr sz="1000">
                <a:solidFill>
                  <a:schemeClr val="accent1"/>
                </a:solidFill>
              </a:defRPr>
            </a:lvl6pPr>
            <a:lvl7pPr lvl="6" algn="ctr">
              <a:lnSpc>
                <a:spcPct val="115000"/>
              </a:lnSpc>
              <a:spcBef>
                <a:spcPts val="0"/>
              </a:spcBef>
              <a:spcAft>
                <a:spcPts val="0"/>
              </a:spcAft>
              <a:buClr>
                <a:schemeClr val="accent1"/>
              </a:buClr>
              <a:buSzPts val="1000"/>
              <a:buNone/>
              <a:defRPr sz="1000">
                <a:solidFill>
                  <a:schemeClr val="accent1"/>
                </a:solidFill>
              </a:defRPr>
            </a:lvl7pPr>
            <a:lvl8pPr lvl="7" algn="ctr">
              <a:lnSpc>
                <a:spcPct val="115000"/>
              </a:lnSpc>
              <a:spcBef>
                <a:spcPts val="0"/>
              </a:spcBef>
              <a:spcAft>
                <a:spcPts val="0"/>
              </a:spcAft>
              <a:buClr>
                <a:schemeClr val="accent1"/>
              </a:buClr>
              <a:buSzPts val="1000"/>
              <a:buNone/>
              <a:defRPr sz="1000">
                <a:solidFill>
                  <a:schemeClr val="accent1"/>
                </a:solidFill>
              </a:defRPr>
            </a:lvl8pPr>
            <a:lvl9pPr lvl="8" algn="ctr">
              <a:lnSpc>
                <a:spcPct val="115000"/>
              </a:lnSpc>
              <a:spcBef>
                <a:spcPts val="0"/>
              </a:spcBef>
              <a:spcAft>
                <a:spcPts val="0"/>
              </a:spcAft>
              <a:buClr>
                <a:schemeClr val="accent1"/>
              </a:buClr>
              <a:buSzPts val="1000"/>
              <a:buNone/>
              <a:defRPr sz="1000">
                <a:solidFill>
                  <a:schemeClr val="accent1"/>
                </a:solidFill>
              </a:defRPr>
            </a:lvl9pPr>
          </a:lstStyle>
          <a:p/>
        </p:txBody>
      </p:sp>
      <p:sp>
        <p:nvSpPr>
          <p:cNvPr id="298" name="Google Shape;298;p41"/>
          <p:cNvSpPr txBox="1"/>
          <p:nvPr>
            <p:ph idx="23" type="subTitle"/>
          </p:nvPr>
        </p:nvSpPr>
        <p:spPr>
          <a:xfrm>
            <a:off x="2643513" y="3050375"/>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dk1"/>
              </a:buClr>
              <a:buSzPts val="800"/>
              <a:buNone/>
              <a:defRPr sz="800">
                <a:solidFill>
                  <a:schemeClr val="dk1"/>
                </a:solidFill>
              </a:defRPr>
            </a:lvl1pPr>
            <a:lvl2pPr lvl="1" algn="ctr">
              <a:lnSpc>
                <a:spcPct val="115000"/>
              </a:lnSpc>
              <a:spcBef>
                <a:spcPts val="0"/>
              </a:spcBef>
              <a:spcAft>
                <a:spcPts val="0"/>
              </a:spcAft>
              <a:buClr>
                <a:schemeClr val="dk1"/>
              </a:buClr>
              <a:buSzPts val="800"/>
              <a:buNone/>
              <a:defRPr sz="800">
                <a:solidFill>
                  <a:schemeClr val="dk1"/>
                </a:solidFill>
              </a:defRPr>
            </a:lvl2pPr>
            <a:lvl3pPr lvl="2" algn="ctr">
              <a:lnSpc>
                <a:spcPct val="115000"/>
              </a:lnSpc>
              <a:spcBef>
                <a:spcPts val="0"/>
              </a:spcBef>
              <a:spcAft>
                <a:spcPts val="0"/>
              </a:spcAft>
              <a:buClr>
                <a:schemeClr val="dk1"/>
              </a:buClr>
              <a:buSzPts val="800"/>
              <a:buNone/>
              <a:defRPr sz="800">
                <a:solidFill>
                  <a:schemeClr val="dk1"/>
                </a:solidFill>
              </a:defRPr>
            </a:lvl3pPr>
            <a:lvl4pPr lvl="3" algn="ctr">
              <a:lnSpc>
                <a:spcPct val="115000"/>
              </a:lnSpc>
              <a:spcBef>
                <a:spcPts val="0"/>
              </a:spcBef>
              <a:spcAft>
                <a:spcPts val="0"/>
              </a:spcAft>
              <a:buClr>
                <a:schemeClr val="dk1"/>
              </a:buClr>
              <a:buSzPts val="800"/>
              <a:buNone/>
              <a:defRPr sz="800">
                <a:solidFill>
                  <a:schemeClr val="dk1"/>
                </a:solidFill>
              </a:defRPr>
            </a:lvl4pPr>
            <a:lvl5pPr lvl="4" algn="ctr">
              <a:lnSpc>
                <a:spcPct val="115000"/>
              </a:lnSpc>
              <a:spcBef>
                <a:spcPts val="0"/>
              </a:spcBef>
              <a:spcAft>
                <a:spcPts val="0"/>
              </a:spcAft>
              <a:buClr>
                <a:schemeClr val="dk1"/>
              </a:buClr>
              <a:buSzPts val="800"/>
              <a:buNone/>
              <a:defRPr sz="800">
                <a:solidFill>
                  <a:schemeClr val="dk1"/>
                </a:solidFill>
              </a:defRPr>
            </a:lvl5pPr>
            <a:lvl6pPr lvl="5" algn="ctr">
              <a:lnSpc>
                <a:spcPct val="115000"/>
              </a:lnSpc>
              <a:spcBef>
                <a:spcPts val="0"/>
              </a:spcBef>
              <a:spcAft>
                <a:spcPts val="0"/>
              </a:spcAft>
              <a:buClr>
                <a:schemeClr val="dk1"/>
              </a:buClr>
              <a:buSzPts val="800"/>
              <a:buNone/>
              <a:defRPr sz="800">
                <a:solidFill>
                  <a:schemeClr val="dk1"/>
                </a:solidFill>
              </a:defRPr>
            </a:lvl6pPr>
            <a:lvl7pPr lvl="6" algn="ctr">
              <a:lnSpc>
                <a:spcPct val="115000"/>
              </a:lnSpc>
              <a:spcBef>
                <a:spcPts val="0"/>
              </a:spcBef>
              <a:spcAft>
                <a:spcPts val="0"/>
              </a:spcAft>
              <a:buClr>
                <a:schemeClr val="dk1"/>
              </a:buClr>
              <a:buSzPts val="800"/>
              <a:buNone/>
              <a:defRPr sz="800">
                <a:solidFill>
                  <a:schemeClr val="dk1"/>
                </a:solidFill>
              </a:defRPr>
            </a:lvl7pPr>
            <a:lvl8pPr lvl="7" algn="ctr">
              <a:lnSpc>
                <a:spcPct val="115000"/>
              </a:lnSpc>
              <a:spcBef>
                <a:spcPts val="0"/>
              </a:spcBef>
              <a:spcAft>
                <a:spcPts val="0"/>
              </a:spcAft>
              <a:buClr>
                <a:schemeClr val="dk1"/>
              </a:buClr>
              <a:buSzPts val="800"/>
              <a:buNone/>
              <a:defRPr sz="800">
                <a:solidFill>
                  <a:schemeClr val="dk1"/>
                </a:solidFill>
              </a:defRPr>
            </a:lvl8pPr>
            <a:lvl9pPr lvl="8" algn="ctr">
              <a:lnSpc>
                <a:spcPct val="115000"/>
              </a:lnSpc>
              <a:spcBef>
                <a:spcPts val="0"/>
              </a:spcBef>
              <a:spcAft>
                <a:spcPts val="0"/>
              </a:spcAft>
              <a:buClr>
                <a:schemeClr val="dk1"/>
              </a:buClr>
              <a:buSzPts val="800"/>
              <a:buNone/>
              <a:defRPr sz="800">
                <a:solidFill>
                  <a:schemeClr val="dk1"/>
                </a:solidFill>
              </a:defRPr>
            </a:lvl9pPr>
          </a:lstStyle>
          <a:p/>
        </p:txBody>
      </p:sp>
      <p:sp>
        <p:nvSpPr>
          <p:cNvPr id="299" name="Google Shape;299;p41"/>
          <p:cNvSpPr txBox="1"/>
          <p:nvPr>
            <p:ph idx="24" type="subTitle"/>
          </p:nvPr>
        </p:nvSpPr>
        <p:spPr>
          <a:xfrm>
            <a:off x="2643513" y="4598973"/>
            <a:ext cx="1587900" cy="219600"/>
          </a:xfrm>
          <a:prstGeom prst="rect">
            <a:avLst/>
          </a:prstGeom>
          <a:noFill/>
          <a:ln>
            <a:noFill/>
          </a:ln>
        </p:spPr>
        <p:txBody>
          <a:bodyPr anchorCtr="0" anchor="ctr" bIns="0" lIns="0" spcFirstLastPara="1" rIns="0" wrap="square" tIns="0">
            <a:noAutofit/>
          </a:bodyPr>
          <a:lstStyle>
            <a:lvl1pPr lvl="0" algn="ctr">
              <a:lnSpc>
                <a:spcPct val="115000"/>
              </a:lnSpc>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lnSpc>
                <a:spcPct val="115000"/>
              </a:lnSpc>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00" name="Shape 300"/>
        <p:cNvGrpSpPr/>
        <p:nvPr/>
      </p:nvGrpSpPr>
      <p:grpSpPr>
        <a:xfrm>
          <a:off x="0" y="0"/>
          <a:ext cx="0" cy="0"/>
          <a:chOff x="0" y="0"/>
          <a:chExt cx="0" cy="0"/>
        </a:xfrm>
      </p:grpSpPr>
      <p:sp>
        <p:nvSpPr>
          <p:cNvPr id="301" name="Google Shape;301;p42"/>
          <p:cNvSpPr txBox="1"/>
          <p:nvPr>
            <p:ph idx="1" type="subTitle"/>
          </p:nvPr>
        </p:nvSpPr>
        <p:spPr>
          <a:xfrm>
            <a:off x="6750600" y="1283963"/>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02" name="Google Shape;302;p42"/>
          <p:cNvSpPr txBox="1"/>
          <p:nvPr>
            <p:ph idx="2" type="subTitle"/>
          </p:nvPr>
        </p:nvSpPr>
        <p:spPr>
          <a:xfrm>
            <a:off x="6750600" y="105475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03" name="Google Shape;303;p42"/>
          <p:cNvSpPr txBox="1"/>
          <p:nvPr>
            <p:ph idx="3" type="subTitle"/>
          </p:nvPr>
        </p:nvSpPr>
        <p:spPr>
          <a:xfrm>
            <a:off x="6750600" y="142790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4" name="Google Shape;304;p42"/>
          <p:cNvSpPr/>
          <p:nvPr>
            <p:ph idx="4" type="pic"/>
          </p:nvPr>
        </p:nvSpPr>
        <p:spPr>
          <a:xfrm>
            <a:off x="6080709" y="1066100"/>
            <a:ext cx="530400" cy="530400"/>
          </a:xfrm>
          <a:prstGeom prst="rect">
            <a:avLst/>
          </a:prstGeom>
          <a:noFill/>
          <a:ln>
            <a:noFill/>
          </a:ln>
        </p:spPr>
      </p:sp>
      <p:sp>
        <p:nvSpPr>
          <p:cNvPr id="305" name="Google Shape;305;p42"/>
          <p:cNvSpPr txBox="1"/>
          <p:nvPr>
            <p:ph idx="5" type="subTitle"/>
          </p:nvPr>
        </p:nvSpPr>
        <p:spPr>
          <a:xfrm>
            <a:off x="3824550" y="1283963"/>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06" name="Google Shape;306;p42"/>
          <p:cNvSpPr txBox="1"/>
          <p:nvPr>
            <p:ph idx="6" type="subTitle"/>
          </p:nvPr>
        </p:nvSpPr>
        <p:spPr>
          <a:xfrm>
            <a:off x="3824550" y="105475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07" name="Google Shape;307;p42"/>
          <p:cNvSpPr txBox="1"/>
          <p:nvPr>
            <p:ph idx="7" type="subTitle"/>
          </p:nvPr>
        </p:nvSpPr>
        <p:spPr>
          <a:xfrm>
            <a:off x="3824550" y="1427900"/>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08" name="Google Shape;308;p42"/>
          <p:cNvSpPr/>
          <p:nvPr>
            <p:ph idx="8" type="pic"/>
          </p:nvPr>
        </p:nvSpPr>
        <p:spPr>
          <a:xfrm>
            <a:off x="3154659" y="1066100"/>
            <a:ext cx="530400" cy="530400"/>
          </a:xfrm>
          <a:prstGeom prst="rect">
            <a:avLst/>
          </a:prstGeom>
          <a:noFill/>
          <a:ln>
            <a:noFill/>
          </a:ln>
        </p:spPr>
      </p:sp>
      <p:sp>
        <p:nvSpPr>
          <p:cNvPr id="309" name="Google Shape;309;p42"/>
          <p:cNvSpPr txBox="1"/>
          <p:nvPr>
            <p:ph idx="9" type="subTitle"/>
          </p:nvPr>
        </p:nvSpPr>
        <p:spPr>
          <a:xfrm>
            <a:off x="6750600" y="2193728"/>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10" name="Google Shape;310;p42"/>
          <p:cNvSpPr txBox="1"/>
          <p:nvPr>
            <p:ph idx="13" type="subTitle"/>
          </p:nvPr>
        </p:nvSpPr>
        <p:spPr>
          <a:xfrm>
            <a:off x="6750600" y="196451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11" name="Google Shape;311;p42"/>
          <p:cNvSpPr txBox="1"/>
          <p:nvPr>
            <p:ph idx="14" type="subTitle"/>
          </p:nvPr>
        </p:nvSpPr>
        <p:spPr>
          <a:xfrm>
            <a:off x="6750600" y="233766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2" name="Google Shape;312;p42"/>
          <p:cNvSpPr/>
          <p:nvPr>
            <p:ph idx="15" type="pic"/>
          </p:nvPr>
        </p:nvSpPr>
        <p:spPr>
          <a:xfrm>
            <a:off x="6080709" y="1975864"/>
            <a:ext cx="530400" cy="530400"/>
          </a:xfrm>
          <a:prstGeom prst="rect">
            <a:avLst/>
          </a:prstGeom>
          <a:noFill/>
          <a:ln>
            <a:noFill/>
          </a:ln>
        </p:spPr>
      </p:sp>
      <p:sp>
        <p:nvSpPr>
          <p:cNvPr id="313" name="Google Shape;313;p42"/>
          <p:cNvSpPr txBox="1"/>
          <p:nvPr>
            <p:ph idx="16" type="subTitle"/>
          </p:nvPr>
        </p:nvSpPr>
        <p:spPr>
          <a:xfrm>
            <a:off x="3824550" y="2193728"/>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14" name="Google Shape;314;p42"/>
          <p:cNvSpPr txBox="1"/>
          <p:nvPr>
            <p:ph idx="17" type="subTitle"/>
          </p:nvPr>
        </p:nvSpPr>
        <p:spPr>
          <a:xfrm>
            <a:off x="3824550" y="196451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15" name="Google Shape;315;p42"/>
          <p:cNvSpPr txBox="1"/>
          <p:nvPr>
            <p:ph idx="18" type="subTitle"/>
          </p:nvPr>
        </p:nvSpPr>
        <p:spPr>
          <a:xfrm>
            <a:off x="3824550" y="2337664"/>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16" name="Google Shape;316;p42"/>
          <p:cNvSpPr/>
          <p:nvPr>
            <p:ph idx="19" type="pic"/>
          </p:nvPr>
        </p:nvSpPr>
        <p:spPr>
          <a:xfrm>
            <a:off x="3154659" y="1975864"/>
            <a:ext cx="530400" cy="530400"/>
          </a:xfrm>
          <a:prstGeom prst="rect">
            <a:avLst/>
          </a:prstGeom>
          <a:noFill/>
          <a:ln>
            <a:noFill/>
          </a:ln>
        </p:spPr>
      </p:sp>
      <p:sp>
        <p:nvSpPr>
          <p:cNvPr id="317" name="Google Shape;317;p42"/>
          <p:cNvSpPr txBox="1"/>
          <p:nvPr>
            <p:ph idx="20" type="subTitle"/>
          </p:nvPr>
        </p:nvSpPr>
        <p:spPr>
          <a:xfrm>
            <a:off x="6750600" y="3101715"/>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18" name="Google Shape;318;p42"/>
          <p:cNvSpPr txBox="1"/>
          <p:nvPr>
            <p:ph idx="21" type="subTitle"/>
          </p:nvPr>
        </p:nvSpPr>
        <p:spPr>
          <a:xfrm>
            <a:off x="6750600" y="287250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19" name="Google Shape;319;p42"/>
          <p:cNvSpPr txBox="1"/>
          <p:nvPr>
            <p:ph idx="22" type="subTitle"/>
          </p:nvPr>
        </p:nvSpPr>
        <p:spPr>
          <a:xfrm>
            <a:off x="6750600" y="324565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0" name="Google Shape;320;p42"/>
          <p:cNvSpPr/>
          <p:nvPr>
            <p:ph idx="23" type="pic"/>
          </p:nvPr>
        </p:nvSpPr>
        <p:spPr>
          <a:xfrm>
            <a:off x="6080709" y="2883852"/>
            <a:ext cx="530400" cy="530400"/>
          </a:xfrm>
          <a:prstGeom prst="rect">
            <a:avLst/>
          </a:prstGeom>
          <a:noFill/>
          <a:ln>
            <a:noFill/>
          </a:ln>
        </p:spPr>
      </p:sp>
      <p:sp>
        <p:nvSpPr>
          <p:cNvPr id="321" name="Google Shape;321;p42"/>
          <p:cNvSpPr txBox="1"/>
          <p:nvPr>
            <p:ph idx="24" type="subTitle"/>
          </p:nvPr>
        </p:nvSpPr>
        <p:spPr>
          <a:xfrm>
            <a:off x="3824550" y="3101715"/>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22" name="Google Shape;322;p42"/>
          <p:cNvSpPr txBox="1"/>
          <p:nvPr>
            <p:ph idx="25" type="subTitle"/>
          </p:nvPr>
        </p:nvSpPr>
        <p:spPr>
          <a:xfrm>
            <a:off x="3824550" y="287250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23" name="Google Shape;323;p42"/>
          <p:cNvSpPr txBox="1"/>
          <p:nvPr>
            <p:ph idx="26" type="subTitle"/>
          </p:nvPr>
        </p:nvSpPr>
        <p:spPr>
          <a:xfrm>
            <a:off x="3824550" y="3245652"/>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4" name="Google Shape;324;p42"/>
          <p:cNvSpPr/>
          <p:nvPr>
            <p:ph idx="27" type="pic"/>
          </p:nvPr>
        </p:nvSpPr>
        <p:spPr>
          <a:xfrm>
            <a:off x="3154659" y="2883852"/>
            <a:ext cx="530400" cy="530400"/>
          </a:xfrm>
          <a:prstGeom prst="rect">
            <a:avLst/>
          </a:prstGeom>
          <a:noFill/>
          <a:ln>
            <a:noFill/>
          </a:ln>
        </p:spPr>
      </p:sp>
      <p:sp>
        <p:nvSpPr>
          <p:cNvPr id="325" name="Google Shape;325;p42"/>
          <p:cNvSpPr txBox="1"/>
          <p:nvPr>
            <p:ph idx="28" type="subTitle"/>
          </p:nvPr>
        </p:nvSpPr>
        <p:spPr>
          <a:xfrm>
            <a:off x="6750600" y="4022919"/>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26" name="Google Shape;326;p42"/>
          <p:cNvSpPr txBox="1"/>
          <p:nvPr>
            <p:ph idx="29" type="subTitle"/>
          </p:nvPr>
        </p:nvSpPr>
        <p:spPr>
          <a:xfrm>
            <a:off x="6750600" y="379370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27" name="Google Shape;327;p42"/>
          <p:cNvSpPr txBox="1"/>
          <p:nvPr>
            <p:ph idx="30" type="subTitle"/>
          </p:nvPr>
        </p:nvSpPr>
        <p:spPr>
          <a:xfrm>
            <a:off x="6750600" y="416685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28" name="Google Shape;328;p42"/>
          <p:cNvSpPr/>
          <p:nvPr>
            <p:ph idx="31" type="pic"/>
          </p:nvPr>
        </p:nvSpPr>
        <p:spPr>
          <a:xfrm>
            <a:off x="6080709" y="3805056"/>
            <a:ext cx="530400" cy="530400"/>
          </a:xfrm>
          <a:prstGeom prst="rect">
            <a:avLst/>
          </a:prstGeom>
          <a:noFill/>
          <a:ln>
            <a:noFill/>
          </a:ln>
        </p:spPr>
      </p:sp>
      <p:sp>
        <p:nvSpPr>
          <p:cNvPr id="329" name="Google Shape;329;p42"/>
          <p:cNvSpPr txBox="1"/>
          <p:nvPr>
            <p:ph idx="32" type="subTitle"/>
          </p:nvPr>
        </p:nvSpPr>
        <p:spPr>
          <a:xfrm>
            <a:off x="3824550" y="4022919"/>
            <a:ext cx="2026200" cy="1878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000"/>
              <a:buNone/>
              <a:defRPr sz="1000"/>
            </a:lvl1pPr>
            <a:lvl2pPr lvl="1" algn="l">
              <a:lnSpc>
                <a:spcPct val="115000"/>
              </a:lnSpc>
              <a:spcBef>
                <a:spcPts val="0"/>
              </a:spcBef>
              <a:spcAft>
                <a:spcPts val="0"/>
              </a:spcAft>
              <a:buSzPts val="1000"/>
              <a:buNone/>
              <a:defRPr sz="1000"/>
            </a:lvl2pPr>
            <a:lvl3pPr lvl="2" algn="l">
              <a:lnSpc>
                <a:spcPct val="115000"/>
              </a:lnSpc>
              <a:spcBef>
                <a:spcPts val="0"/>
              </a:spcBef>
              <a:spcAft>
                <a:spcPts val="0"/>
              </a:spcAft>
              <a:buSzPts val="1000"/>
              <a:buNone/>
              <a:defRPr sz="1000"/>
            </a:lvl3pPr>
            <a:lvl4pPr lvl="3" algn="l">
              <a:lnSpc>
                <a:spcPct val="115000"/>
              </a:lnSpc>
              <a:spcBef>
                <a:spcPts val="0"/>
              </a:spcBef>
              <a:spcAft>
                <a:spcPts val="0"/>
              </a:spcAft>
              <a:buSzPts val="1000"/>
              <a:buNone/>
              <a:defRPr sz="1000"/>
            </a:lvl4pPr>
            <a:lvl5pPr lvl="4" algn="l">
              <a:lnSpc>
                <a:spcPct val="115000"/>
              </a:lnSpc>
              <a:spcBef>
                <a:spcPts val="0"/>
              </a:spcBef>
              <a:spcAft>
                <a:spcPts val="0"/>
              </a:spcAft>
              <a:buSzPts val="1000"/>
              <a:buNone/>
              <a:defRPr sz="1000"/>
            </a:lvl5pPr>
            <a:lvl6pPr lvl="5" algn="l">
              <a:lnSpc>
                <a:spcPct val="115000"/>
              </a:lnSpc>
              <a:spcBef>
                <a:spcPts val="0"/>
              </a:spcBef>
              <a:spcAft>
                <a:spcPts val="0"/>
              </a:spcAft>
              <a:buSzPts val="1000"/>
              <a:buNone/>
              <a:defRPr sz="1000"/>
            </a:lvl6pPr>
            <a:lvl7pPr lvl="6" algn="l">
              <a:lnSpc>
                <a:spcPct val="115000"/>
              </a:lnSpc>
              <a:spcBef>
                <a:spcPts val="0"/>
              </a:spcBef>
              <a:spcAft>
                <a:spcPts val="0"/>
              </a:spcAft>
              <a:buSzPts val="1000"/>
              <a:buNone/>
              <a:defRPr sz="1000"/>
            </a:lvl7pPr>
            <a:lvl8pPr lvl="7" algn="l">
              <a:lnSpc>
                <a:spcPct val="115000"/>
              </a:lnSpc>
              <a:spcBef>
                <a:spcPts val="0"/>
              </a:spcBef>
              <a:spcAft>
                <a:spcPts val="0"/>
              </a:spcAft>
              <a:buSzPts val="1000"/>
              <a:buNone/>
              <a:defRPr sz="1000"/>
            </a:lvl8pPr>
            <a:lvl9pPr lvl="8" algn="l">
              <a:lnSpc>
                <a:spcPct val="115000"/>
              </a:lnSpc>
              <a:spcBef>
                <a:spcPts val="0"/>
              </a:spcBef>
              <a:spcAft>
                <a:spcPts val="0"/>
              </a:spcAft>
              <a:buSzPts val="1000"/>
              <a:buNone/>
              <a:defRPr sz="1000"/>
            </a:lvl9pPr>
          </a:lstStyle>
          <a:p/>
        </p:txBody>
      </p:sp>
      <p:sp>
        <p:nvSpPr>
          <p:cNvPr id="330" name="Google Shape;330;p42"/>
          <p:cNvSpPr txBox="1"/>
          <p:nvPr>
            <p:ph idx="33" type="subTitle"/>
          </p:nvPr>
        </p:nvSpPr>
        <p:spPr>
          <a:xfrm>
            <a:off x="3824550" y="379370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800"/>
              <a:buNone/>
              <a:defRPr sz="800"/>
            </a:lvl2pPr>
            <a:lvl3pPr lvl="2" algn="l">
              <a:lnSpc>
                <a:spcPct val="115000"/>
              </a:lnSpc>
              <a:spcBef>
                <a:spcPts val="0"/>
              </a:spcBef>
              <a:spcAft>
                <a:spcPts val="0"/>
              </a:spcAft>
              <a:buSzPts val="800"/>
              <a:buNone/>
              <a:defRPr sz="800"/>
            </a:lvl3pPr>
            <a:lvl4pPr lvl="3" algn="l">
              <a:lnSpc>
                <a:spcPct val="115000"/>
              </a:lnSpc>
              <a:spcBef>
                <a:spcPts val="0"/>
              </a:spcBef>
              <a:spcAft>
                <a:spcPts val="0"/>
              </a:spcAft>
              <a:buSzPts val="800"/>
              <a:buNone/>
              <a:defRPr sz="800"/>
            </a:lvl4pPr>
            <a:lvl5pPr lvl="4" algn="l">
              <a:lnSpc>
                <a:spcPct val="115000"/>
              </a:lnSpc>
              <a:spcBef>
                <a:spcPts val="0"/>
              </a:spcBef>
              <a:spcAft>
                <a:spcPts val="0"/>
              </a:spcAft>
              <a:buSzPts val="800"/>
              <a:buNone/>
              <a:defRPr sz="800"/>
            </a:lvl5pPr>
            <a:lvl6pPr lvl="5" algn="l">
              <a:lnSpc>
                <a:spcPct val="115000"/>
              </a:lnSpc>
              <a:spcBef>
                <a:spcPts val="0"/>
              </a:spcBef>
              <a:spcAft>
                <a:spcPts val="0"/>
              </a:spcAft>
              <a:buSzPts val="800"/>
              <a:buNone/>
              <a:defRPr sz="800"/>
            </a:lvl6pPr>
            <a:lvl7pPr lvl="6" algn="l">
              <a:lnSpc>
                <a:spcPct val="115000"/>
              </a:lnSpc>
              <a:spcBef>
                <a:spcPts val="0"/>
              </a:spcBef>
              <a:spcAft>
                <a:spcPts val="0"/>
              </a:spcAft>
              <a:buSzPts val="800"/>
              <a:buNone/>
              <a:defRPr sz="800"/>
            </a:lvl7pPr>
            <a:lvl8pPr lvl="7" algn="l">
              <a:lnSpc>
                <a:spcPct val="115000"/>
              </a:lnSpc>
              <a:spcBef>
                <a:spcPts val="0"/>
              </a:spcBef>
              <a:spcAft>
                <a:spcPts val="0"/>
              </a:spcAft>
              <a:buSzPts val="800"/>
              <a:buNone/>
              <a:defRPr sz="800"/>
            </a:lvl8pPr>
            <a:lvl9pPr lvl="8" algn="l">
              <a:lnSpc>
                <a:spcPct val="115000"/>
              </a:lnSpc>
              <a:spcBef>
                <a:spcPts val="0"/>
              </a:spcBef>
              <a:spcAft>
                <a:spcPts val="0"/>
              </a:spcAft>
              <a:buSzPts val="800"/>
              <a:buNone/>
              <a:defRPr sz="800"/>
            </a:lvl9pPr>
          </a:lstStyle>
          <a:p/>
        </p:txBody>
      </p:sp>
      <p:sp>
        <p:nvSpPr>
          <p:cNvPr id="331" name="Google Shape;331;p42"/>
          <p:cNvSpPr txBox="1"/>
          <p:nvPr>
            <p:ph idx="34" type="subTitle"/>
          </p:nvPr>
        </p:nvSpPr>
        <p:spPr>
          <a:xfrm>
            <a:off x="3824550" y="4166856"/>
            <a:ext cx="2026200" cy="219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1pPr>
            <a:lvl2pPr lvl="1"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2pPr>
            <a:lvl3pPr lvl="2"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3pPr>
            <a:lvl4pPr lvl="3"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4pPr>
            <a:lvl5pPr lvl="4"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5pPr>
            <a:lvl6pPr lvl="5"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6pPr>
            <a:lvl7pPr lvl="6"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7pPr>
            <a:lvl8pPr lvl="7"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8pPr>
            <a:lvl9pPr lvl="8" algn="l">
              <a:lnSpc>
                <a:spcPct val="115000"/>
              </a:lnSpc>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32" name="Google Shape;332;p42"/>
          <p:cNvSpPr/>
          <p:nvPr>
            <p:ph idx="35" type="pic"/>
          </p:nvPr>
        </p:nvSpPr>
        <p:spPr>
          <a:xfrm>
            <a:off x="3154659" y="3805056"/>
            <a:ext cx="530400" cy="530400"/>
          </a:xfrm>
          <a:prstGeom prst="rect">
            <a:avLst/>
          </a:prstGeom>
          <a:noFill/>
          <a:ln>
            <a:noFill/>
          </a:ln>
        </p:spPr>
      </p:sp>
      <p:sp>
        <p:nvSpPr>
          <p:cNvPr id="333" name="Google Shape;333;p42"/>
          <p:cNvSpPr txBox="1"/>
          <p:nvPr>
            <p:ph type="title"/>
          </p:nvPr>
        </p:nvSpPr>
        <p:spPr>
          <a:xfrm>
            <a:off x="361975" y="962100"/>
            <a:ext cx="2450700" cy="5877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sz="3600"/>
            </a:lvl2pPr>
            <a:lvl3pPr lvl="2" algn="l">
              <a:lnSpc>
                <a:spcPct val="90000"/>
              </a:lnSpc>
              <a:spcBef>
                <a:spcPts val="0"/>
              </a:spcBef>
              <a:spcAft>
                <a:spcPts val="0"/>
              </a:spcAft>
              <a:buSzPts val="1400"/>
              <a:buNone/>
              <a:defRPr sz="3600"/>
            </a:lvl3pPr>
            <a:lvl4pPr lvl="3" algn="l">
              <a:lnSpc>
                <a:spcPct val="90000"/>
              </a:lnSpc>
              <a:spcBef>
                <a:spcPts val="0"/>
              </a:spcBef>
              <a:spcAft>
                <a:spcPts val="0"/>
              </a:spcAft>
              <a:buSzPts val="1400"/>
              <a:buNone/>
              <a:defRPr sz="3600"/>
            </a:lvl4pPr>
            <a:lvl5pPr lvl="4" algn="l">
              <a:lnSpc>
                <a:spcPct val="90000"/>
              </a:lnSpc>
              <a:spcBef>
                <a:spcPts val="0"/>
              </a:spcBef>
              <a:spcAft>
                <a:spcPts val="0"/>
              </a:spcAft>
              <a:buSzPts val="1400"/>
              <a:buNone/>
              <a:defRPr sz="3600"/>
            </a:lvl5pPr>
            <a:lvl6pPr lvl="5" algn="l">
              <a:lnSpc>
                <a:spcPct val="90000"/>
              </a:lnSpc>
              <a:spcBef>
                <a:spcPts val="0"/>
              </a:spcBef>
              <a:spcAft>
                <a:spcPts val="0"/>
              </a:spcAft>
              <a:buSzPts val="1400"/>
              <a:buNone/>
              <a:defRPr sz="3600"/>
            </a:lvl6pPr>
            <a:lvl7pPr lvl="6" algn="l">
              <a:lnSpc>
                <a:spcPct val="90000"/>
              </a:lnSpc>
              <a:spcBef>
                <a:spcPts val="0"/>
              </a:spcBef>
              <a:spcAft>
                <a:spcPts val="0"/>
              </a:spcAft>
              <a:buSzPts val="1400"/>
              <a:buNone/>
              <a:defRPr sz="3600"/>
            </a:lvl7pPr>
            <a:lvl8pPr lvl="7" algn="l">
              <a:lnSpc>
                <a:spcPct val="90000"/>
              </a:lnSpc>
              <a:spcBef>
                <a:spcPts val="0"/>
              </a:spcBef>
              <a:spcAft>
                <a:spcPts val="0"/>
              </a:spcAft>
              <a:buSzPts val="1400"/>
              <a:buNone/>
              <a:defRPr sz="3600"/>
            </a:lvl8pPr>
            <a:lvl9pPr lvl="8" algn="l">
              <a:lnSpc>
                <a:spcPct val="90000"/>
              </a:lnSpc>
              <a:spcBef>
                <a:spcPts val="0"/>
              </a:spcBef>
              <a:spcAft>
                <a:spcPts val="0"/>
              </a:spcAft>
              <a:buSzPts val="1400"/>
              <a:buNone/>
              <a:defRPr sz="3600"/>
            </a:lvl9pPr>
          </a:lstStyle>
          <a:p/>
        </p:txBody>
      </p:sp>
      <p:sp>
        <p:nvSpPr>
          <p:cNvPr id="334" name="Google Shape;334;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42"/>
          <p:cNvSpPr txBox="1"/>
          <p:nvPr>
            <p:ph idx="36"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36" name="Shape 336"/>
        <p:cNvGrpSpPr/>
        <p:nvPr/>
      </p:nvGrpSpPr>
      <p:grpSpPr>
        <a:xfrm>
          <a:off x="0" y="0"/>
          <a:ext cx="0" cy="0"/>
          <a:chOff x="0" y="0"/>
          <a:chExt cx="0" cy="0"/>
        </a:xfrm>
      </p:grpSpPr>
      <p:sp>
        <p:nvSpPr>
          <p:cNvPr id="337" name="Google Shape;337;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DM Sans"/>
              <a:ea typeface="DM Sans"/>
              <a:cs typeface="DM Sans"/>
              <a:sym typeface="DM Sans"/>
            </a:endParaRPr>
          </a:p>
        </p:txBody>
      </p:sp>
      <p:sp>
        <p:nvSpPr>
          <p:cNvPr id="338" name="Google Shape;338;p43"/>
          <p:cNvSpPr txBox="1"/>
          <p:nvPr>
            <p:ph type="title"/>
          </p:nvPr>
        </p:nvSpPr>
        <p:spPr>
          <a:xfrm>
            <a:off x="4975925" y="989088"/>
            <a:ext cx="3783600" cy="587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000"/>
              <a:buNone/>
              <a:defRPr sz="3600"/>
            </a:lvl1pPr>
            <a:lvl2pPr lvl="1" algn="l">
              <a:lnSpc>
                <a:spcPct val="90000"/>
              </a:lnSpc>
              <a:spcBef>
                <a:spcPts val="0"/>
              </a:spcBef>
              <a:spcAft>
                <a:spcPts val="0"/>
              </a:spcAft>
              <a:buSzPts val="1400"/>
              <a:buNone/>
              <a:defRPr sz="3600"/>
            </a:lvl2pPr>
            <a:lvl3pPr lvl="2" algn="l">
              <a:lnSpc>
                <a:spcPct val="90000"/>
              </a:lnSpc>
              <a:spcBef>
                <a:spcPts val="0"/>
              </a:spcBef>
              <a:spcAft>
                <a:spcPts val="0"/>
              </a:spcAft>
              <a:buSzPts val="1400"/>
              <a:buNone/>
              <a:defRPr sz="3600"/>
            </a:lvl3pPr>
            <a:lvl4pPr lvl="3" algn="l">
              <a:lnSpc>
                <a:spcPct val="90000"/>
              </a:lnSpc>
              <a:spcBef>
                <a:spcPts val="0"/>
              </a:spcBef>
              <a:spcAft>
                <a:spcPts val="0"/>
              </a:spcAft>
              <a:buSzPts val="1400"/>
              <a:buNone/>
              <a:defRPr sz="3600"/>
            </a:lvl4pPr>
            <a:lvl5pPr lvl="4" algn="l">
              <a:lnSpc>
                <a:spcPct val="90000"/>
              </a:lnSpc>
              <a:spcBef>
                <a:spcPts val="0"/>
              </a:spcBef>
              <a:spcAft>
                <a:spcPts val="0"/>
              </a:spcAft>
              <a:buSzPts val="1400"/>
              <a:buNone/>
              <a:defRPr sz="3600"/>
            </a:lvl5pPr>
            <a:lvl6pPr lvl="5" algn="l">
              <a:lnSpc>
                <a:spcPct val="90000"/>
              </a:lnSpc>
              <a:spcBef>
                <a:spcPts val="0"/>
              </a:spcBef>
              <a:spcAft>
                <a:spcPts val="0"/>
              </a:spcAft>
              <a:buSzPts val="1400"/>
              <a:buNone/>
              <a:defRPr sz="3600"/>
            </a:lvl6pPr>
            <a:lvl7pPr lvl="6" algn="l">
              <a:lnSpc>
                <a:spcPct val="90000"/>
              </a:lnSpc>
              <a:spcBef>
                <a:spcPts val="0"/>
              </a:spcBef>
              <a:spcAft>
                <a:spcPts val="0"/>
              </a:spcAft>
              <a:buSzPts val="1400"/>
              <a:buNone/>
              <a:defRPr sz="3600"/>
            </a:lvl7pPr>
            <a:lvl8pPr lvl="7" algn="l">
              <a:lnSpc>
                <a:spcPct val="90000"/>
              </a:lnSpc>
              <a:spcBef>
                <a:spcPts val="0"/>
              </a:spcBef>
              <a:spcAft>
                <a:spcPts val="0"/>
              </a:spcAft>
              <a:buSzPts val="1400"/>
              <a:buNone/>
              <a:defRPr sz="3600"/>
            </a:lvl8pPr>
            <a:lvl9pPr lvl="8" algn="l">
              <a:lnSpc>
                <a:spcPct val="90000"/>
              </a:lnSpc>
              <a:spcBef>
                <a:spcPts val="0"/>
              </a:spcBef>
              <a:spcAft>
                <a:spcPts val="0"/>
              </a:spcAft>
              <a:buSzPts val="1400"/>
              <a:buNone/>
              <a:defRPr sz="3600"/>
            </a:lvl9pPr>
          </a:lstStyle>
          <a:p/>
        </p:txBody>
      </p:sp>
      <p:sp>
        <p:nvSpPr>
          <p:cNvPr id="339" name="Google Shape;339;p43"/>
          <p:cNvSpPr/>
          <p:nvPr>
            <p:ph idx="2" type="pic"/>
          </p:nvPr>
        </p:nvSpPr>
        <p:spPr>
          <a:xfrm flipH="1">
            <a:off x="953803" y="1066100"/>
            <a:ext cx="2664300" cy="3002700"/>
          </a:xfrm>
          <a:prstGeom prst="rect">
            <a:avLst/>
          </a:prstGeom>
          <a:noFill/>
          <a:ln>
            <a:noFill/>
          </a:ln>
        </p:spPr>
      </p:sp>
      <p:sp>
        <p:nvSpPr>
          <p:cNvPr id="340" name="Google Shape;340;p43"/>
          <p:cNvSpPr txBox="1"/>
          <p:nvPr>
            <p:ph idx="1" type="body"/>
          </p:nvPr>
        </p:nvSpPr>
        <p:spPr>
          <a:xfrm>
            <a:off x="4975925" y="4125662"/>
            <a:ext cx="3783600" cy="461700"/>
          </a:xfrm>
          <a:prstGeom prst="rect">
            <a:avLst/>
          </a:prstGeom>
          <a:noFill/>
          <a:ln>
            <a:noFill/>
          </a:ln>
        </p:spPr>
        <p:txBody>
          <a:bodyPr anchorCtr="0" anchor="b" bIns="0" lIns="0" spcFirstLastPara="1" rIns="0" wrap="square" tIns="0">
            <a:noAutofit/>
          </a:bodyPr>
          <a:lstStyle>
            <a:lvl1pPr indent="-292100" lvl="0" marL="457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l">
              <a:lnSpc>
                <a:spcPct val="115000"/>
              </a:lnSpc>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41" name="Google Shape;341;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2" name="Google Shape;342;p43"/>
          <p:cNvSpPr txBox="1"/>
          <p:nvPr>
            <p:ph idx="3" type="body"/>
          </p:nvPr>
        </p:nvSpPr>
        <p:spPr>
          <a:xfrm>
            <a:off x="4975925" y="1943891"/>
            <a:ext cx="3783600" cy="1243200"/>
          </a:xfrm>
          <a:prstGeom prst="rect">
            <a:avLst/>
          </a:prstGeom>
          <a:noFill/>
          <a:ln>
            <a:noFill/>
          </a:ln>
        </p:spPr>
        <p:txBody>
          <a:bodyPr anchorCtr="0" anchor="t" bIns="0" lIns="0" spcFirstLastPara="1" rIns="0" wrap="square" tIns="0">
            <a:noAutofit/>
          </a:bodyPr>
          <a:lstStyle>
            <a:lvl1pPr indent="-330200" lvl="0" marL="4572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lgn="l">
              <a:lnSpc>
                <a:spcPct val="115000"/>
              </a:lnSpc>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43" name="Google Shape;343;p43"/>
          <p:cNvSpPr txBox="1"/>
          <p:nvPr>
            <p:ph idx="4" type="subTitle"/>
          </p:nvPr>
        </p:nvSpPr>
        <p:spPr>
          <a:xfrm>
            <a:off x="4975925" y="732775"/>
            <a:ext cx="37836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2pPr>
            <a:lvl3pPr lvl="2"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3pPr>
            <a:lvl4pPr lvl="3"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4pPr>
            <a:lvl5pPr lvl="4"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5pPr>
            <a:lvl6pPr lvl="5"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6pPr>
            <a:lvl7pPr lvl="6"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7pPr>
            <a:lvl8pPr lvl="7"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8pPr>
            <a:lvl9pPr lvl="8" algn="l">
              <a:lnSpc>
                <a:spcPct val="115000"/>
              </a:lnSpc>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44" name="Google Shape;344;p43"/>
          <p:cNvSpPr txBox="1"/>
          <p:nvPr>
            <p:ph idx="5" type="subTitle"/>
          </p:nvPr>
        </p:nvSpPr>
        <p:spPr>
          <a:xfrm>
            <a:off x="4975925" y="1647132"/>
            <a:ext cx="3783600" cy="138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900"/>
              <a:buNone/>
              <a:defRPr sz="900"/>
            </a:lvl1pPr>
            <a:lvl2pPr lvl="1" algn="l">
              <a:lnSpc>
                <a:spcPct val="115000"/>
              </a:lnSpc>
              <a:spcBef>
                <a:spcPts val="0"/>
              </a:spcBef>
              <a:spcAft>
                <a:spcPts val="0"/>
              </a:spcAft>
              <a:buSzPts val="900"/>
              <a:buNone/>
              <a:defRPr sz="900"/>
            </a:lvl2pPr>
            <a:lvl3pPr lvl="2" algn="l">
              <a:lnSpc>
                <a:spcPct val="115000"/>
              </a:lnSpc>
              <a:spcBef>
                <a:spcPts val="0"/>
              </a:spcBef>
              <a:spcAft>
                <a:spcPts val="0"/>
              </a:spcAft>
              <a:buSzPts val="900"/>
              <a:buNone/>
              <a:defRPr sz="900"/>
            </a:lvl3pPr>
            <a:lvl4pPr lvl="3" algn="l">
              <a:lnSpc>
                <a:spcPct val="115000"/>
              </a:lnSpc>
              <a:spcBef>
                <a:spcPts val="0"/>
              </a:spcBef>
              <a:spcAft>
                <a:spcPts val="0"/>
              </a:spcAft>
              <a:buSzPts val="900"/>
              <a:buNone/>
              <a:defRPr sz="900"/>
            </a:lvl4pPr>
            <a:lvl5pPr lvl="4" algn="l">
              <a:lnSpc>
                <a:spcPct val="115000"/>
              </a:lnSpc>
              <a:spcBef>
                <a:spcPts val="0"/>
              </a:spcBef>
              <a:spcAft>
                <a:spcPts val="0"/>
              </a:spcAft>
              <a:buSzPts val="900"/>
              <a:buNone/>
              <a:defRPr sz="900"/>
            </a:lvl5pPr>
            <a:lvl6pPr lvl="5" algn="l">
              <a:lnSpc>
                <a:spcPct val="115000"/>
              </a:lnSpc>
              <a:spcBef>
                <a:spcPts val="0"/>
              </a:spcBef>
              <a:spcAft>
                <a:spcPts val="0"/>
              </a:spcAft>
              <a:buSzPts val="900"/>
              <a:buNone/>
              <a:defRPr sz="900"/>
            </a:lvl6pPr>
            <a:lvl7pPr lvl="6" algn="l">
              <a:lnSpc>
                <a:spcPct val="115000"/>
              </a:lnSpc>
              <a:spcBef>
                <a:spcPts val="0"/>
              </a:spcBef>
              <a:spcAft>
                <a:spcPts val="0"/>
              </a:spcAft>
              <a:buSzPts val="900"/>
              <a:buNone/>
              <a:defRPr sz="900"/>
            </a:lvl7pPr>
            <a:lvl8pPr lvl="7" algn="l">
              <a:lnSpc>
                <a:spcPct val="115000"/>
              </a:lnSpc>
              <a:spcBef>
                <a:spcPts val="0"/>
              </a:spcBef>
              <a:spcAft>
                <a:spcPts val="0"/>
              </a:spcAft>
              <a:buSzPts val="900"/>
              <a:buNone/>
              <a:defRPr sz="900"/>
            </a:lvl8pPr>
            <a:lvl9pPr lvl="8" algn="l">
              <a:lnSpc>
                <a:spcPct val="115000"/>
              </a:lnSpc>
              <a:spcBef>
                <a:spcPts val="0"/>
              </a:spcBef>
              <a:spcAft>
                <a:spcPts val="0"/>
              </a:spcAft>
              <a:buSzPts val="900"/>
              <a:buNone/>
              <a:defRPr sz="900"/>
            </a:lvl9pPr>
          </a:lstStyle>
          <a:p/>
        </p:txBody>
      </p:sp>
      <p:sp>
        <p:nvSpPr>
          <p:cNvPr id="345" name="Google Shape;345;p43"/>
          <p:cNvSpPr txBox="1"/>
          <p:nvPr>
            <p:ph idx="6"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lgn="l">
              <a:lnSpc>
                <a:spcPct val="115000"/>
              </a:lnSpc>
              <a:spcBef>
                <a:spcPts val="0"/>
              </a:spcBef>
              <a:spcAft>
                <a:spcPts val="0"/>
              </a:spcAft>
              <a:buClr>
                <a:schemeClr val="dk1"/>
              </a:buClr>
              <a:buSzPts val="1400"/>
              <a:buNone/>
              <a:defRPr>
                <a:solidFill>
                  <a:schemeClr val="dk1"/>
                </a:solidFill>
              </a:defRPr>
            </a:lvl2pPr>
            <a:lvl3pPr lvl="2" algn="l">
              <a:lnSpc>
                <a:spcPct val="115000"/>
              </a:lnSpc>
              <a:spcBef>
                <a:spcPts val="0"/>
              </a:spcBef>
              <a:spcAft>
                <a:spcPts val="0"/>
              </a:spcAft>
              <a:buClr>
                <a:schemeClr val="dk1"/>
              </a:buClr>
              <a:buSzPts val="1400"/>
              <a:buNone/>
              <a:defRPr>
                <a:solidFill>
                  <a:schemeClr val="dk1"/>
                </a:solidFill>
              </a:defRPr>
            </a:lvl3pPr>
            <a:lvl4pPr lvl="3" algn="l">
              <a:lnSpc>
                <a:spcPct val="115000"/>
              </a:lnSpc>
              <a:spcBef>
                <a:spcPts val="0"/>
              </a:spcBef>
              <a:spcAft>
                <a:spcPts val="0"/>
              </a:spcAft>
              <a:buClr>
                <a:schemeClr val="dk1"/>
              </a:buClr>
              <a:buSzPts val="1400"/>
              <a:buNone/>
              <a:defRPr>
                <a:solidFill>
                  <a:schemeClr val="dk1"/>
                </a:solidFill>
              </a:defRPr>
            </a:lvl4pPr>
            <a:lvl5pPr lvl="4" algn="l">
              <a:lnSpc>
                <a:spcPct val="115000"/>
              </a:lnSpc>
              <a:spcBef>
                <a:spcPts val="0"/>
              </a:spcBef>
              <a:spcAft>
                <a:spcPts val="0"/>
              </a:spcAft>
              <a:buClr>
                <a:schemeClr val="dk1"/>
              </a:buClr>
              <a:buSzPts val="1400"/>
              <a:buNone/>
              <a:defRPr>
                <a:solidFill>
                  <a:schemeClr val="dk1"/>
                </a:solidFill>
              </a:defRPr>
            </a:lvl5pPr>
            <a:lvl6pPr lvl="5" algn="l">
              <a:lnSpc>
                <a:spcPct val="115000"/>
              </a:lnSpc>
              <a:spcBef>
                <a:spcPts val="0"/>
              </a:spcBef>
              <a:spcAft>
                <a:spcPts val="0"/>
              </a:spcAft>
              <a:buClr>
                <a:schemeClr val="dk1"/>
              </a:buClr>
              <a:buSzPts val="1400"/>
              <a:buNone/>
              <a:defRPr>
                <a:solidFill>
                  <a:schemeClr val="dk1"/>
                </a:solidFill>
              </a:defRPr>
            </a:lvl6pPr>
            <a:lvl7pPr lvl="6" algn="l">
              <a:lnSpc>
                <a:spcPct val="115000"/>
              </a:lnSpc>
              <a:spcBef>
                <a:spcPts val="0"/>
              </a:spcBef>
              <a:spcAft>
                <a:spcPts val="0"/>
              </a:spcAft>
              <a:buClr>
                <a:schemeClr val="dk1"/>
              </a:buClr>
              <a:buSzPts val="1400"/>
              <a:buNone/>
              <a:defRPr>
                <a:solidFill>
                  <a:schemeClr val="dk1"/>
                </a:solidFill>
              </a:defRPr>
            </a:lvl7pPr>
            <a:lvl8pPr lvl="7" algn="l">
              <a:lnSpc>
                <a:spcPct val="115000"/>
              </a:lnSpc>
              <a:spcBef>
                <a:spcPts val="0"/>
              </a:spcBef>
              <a:spcAft>
                <a:spcPts val="0"/>
              </a:spcAft>
              <a:buClr>
                <a:schemeClr val="dk1"/>
              </a:buClr>
              <a:buSzPts val="1400"/>
              <a:buNone/>
              <a:defRPr>
                <a:solidFill>
                  <a:schemeClr val="dk1"/>
                </a:solidFill>
              </a:defRPr>
            </a:lvl8pPr>
            <a:lvl9pPr lvl="8" algn="l">
              <a:lnSpc>
                <a:spcPct val="115000"/>
              </a:lnSpc>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46" name="Shape 346"/>
        <p:cNvGrpSpPr/>
        <p:nvPr/>
      </p:nvGrpSpPr>
      <p:grpSpPr>
        <a:xfrm>
          <a:off x="0" y="0"/>
          <a:ext cx="0" cy="0"/>
          <a:chOff x="0" y="0"/>
          <a:chExt cx="0" cy="0"/>
        </a:xfrm>
      </p:grpSpPr>
      <p:grpSp>
        <p:nvGrpSpPr>
          <p:cNvPr id="347" name="Google Shape;347;p44"/>
          <p:cNvGrpSpPr/>
          <p:nvPr/>
        </p:nvGrpSpPr>
        <p:grpSpPr>
          <a:xfrm>
            <a:off x="49" y="514398"/>
            <a:ext cx="9144297" cy="4115162"/>
            <a:chOff x="-18500" y="514395"/>
            <a:chExt cx="9219900" cy="4115162"/>
          </a:xfrm>
        </p:grpSpPr>
        <p:cxnSp>
          <p:nvCxnSpPr>
            <p:cNvPr id="348" name="Google Shape;348;p44"/>
            <p:cNvCxnSpPr/>
            <p:nvPr/>
          </p:nvCxnSpPr>
          <p:spPr>
            <a:xfrm>
              <a:off x="-18500" y="1028790"/>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49" name="Google Shape;349;p44"/>
            <p:cNvCxnSpPr/>
            <p:nvPr/>
          </p:nvCxnSpPr>
          <p:spPr>
            <a:xfrm>
              <a:off x="-18500" y="4629557"/>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0" name="Google Shape;350;p44"/>
            <p:cNvCxnSpPr/>
            <p:nvPr/>
          </p:nvCxnSpPr>
          <p:spPr>
            <a:xfrm>
              <a:off x="-18500" y="4115162"/>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1" name="Google Shape;351;p44"/>
            <p:cNvCxnSpPr/>
            <p:nvPr/>
          </p:nvCxnSpPr>
          <p:spPr>
            <a:xfrm>
              <a:off x="-18500" y="3600767"/>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2" name="Google Shape;352;p44"/>
            <p:cNvCxnSpPr/>
            <p:nvPr/>
          </p:nvCxnSpPr>
          <p:spPr>
            <a:xfrm>
              <a:off x="-18500" y="3086371"/>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3" name="Google Shape;353;p44"/>
            <p:cNvCxnSpPr/>
            <p:nvPr/>
          </p:nvCxnSpPr>
          <p:spPr>
            <a:xfrm>
              <a:off x="-18500" y="2571976"/>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4" name="Google Shape;354;p44"/>
            <p:cNvCxnSpPr/>
            <p:nvPr/>
          </p:nvCxnSpPr>
          <p:spPr>
            <a:xfrm>
              <a:off x="-18500" y="2057581"/>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5" name="Google Shape;355;p44"/>
            <p:cNvCxnSpPr/>
            <p:nvPr/>
          </p:nvCxnSpPr>
          <p:spPr>
            <a:xfrm>
              <a:off x="-18500" y="1543186"/>
              <a:ext cx="9219900" cy="0"/>
            </a:xfrm>
            <a:prstGeom prst="straightConnector1">
              <a:avLst/>
            </a:prstGeom>
            <a:noFill/>
            <a:ln cap="flat" cmpd="sng" w="9525">
              <a:solidFill>
                <a:schemeClr val="accent6"/>
              </a:solidFill>
              <a:prstDash val="solid"/>
              <a:round/>
              <a:headEnd len="sm" w="sm" type="none"/>
              <a:tailEnd len="sm" w="sm" type="none"/>
            </a:ln>
          </p:spPr>
        </p:cxnSp>
        <p:cxnSp>
          <p:nvCxnSpPr>
            <p:cNvPr id="356" name="Google Shape;356;p44"/>
            <p:cNvCxnSpPr/>
            <p:nvPr/>
          </p:nvCxnSpPr>
          <p:spPr>
            <a:xfrm>
              <a:off x="-18500" y="514395"/>
              <a:ext cx="9219900" cy="0"/>
            </a:xfrm>
            <a:prstGeom prst="straightConnector1">
              <a:avLst/>
            </a:prstGeom>
            <a:noFill/>
            <a:ln cap="flat" cmpd="sng" w="9525">
              <a:solidFill>
                <a:schemeClr val="accent6"/>
              </a:solidFill>
              <a:prstDash val="solid"/>
              <a:round/>
              <a:headEnd len="sm" w="sm" type="none"/>
              <a:tailEnd len="sm" w="sm" type="none"/>
            </a:ln>
          </p:spPr>
        </p:cxnSp>
      </p:grpSp>
      <p:sp>
        <p:nvSpPr>
          <p:cNvPr id="357" name="Google Shape;357;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58" name="Google Shape;358;p44"/>
          <p:cNvSpPr txBox="1"/>
          <p:nvPr>
            <p:ph idx="1" type="subTitle"/>
          </p:nvPr>
        </p:nvSpPr>
        <p:spPr>
          <a:xfrm>
            <a:off x="361975" y="217725"/>
            <a:ext cx="4163100" cy="237600"/>
          </a:xfrm>
          <a:prstGeom prst="rect">
            <a:avLst/>
          </a:prstGeom>
          <a:noFill/>
          <a:ln>
            <a:noFill/>
          </a:ln>
        </p:spPr>
        <p:txBody>
          <a:bodyPr anchorCtr="0" anchor="ctr" bIns="0" lIns="0" spcFirstLastPara="1" rIns="0" wrap="square" tIns="0">
            <a:noAutofit/>
          </a:bodyPr>
          <a:lstStyle>
            <a:lvl1pPr lvl="0" algn="l">
              <a:lnSpc>
                <a:spcPct val="115000"/>
              </a:lnSpc>
              <a:spcBef>
                <a:spcPts val="0"/>
              </a:spcBef>
              <a:spcAft>
                <a:spcPts val="0"/>
              </a:spcAft>
              <a:buSzPts val="700"/>
              <a:buFont typeface="DM Sans"/>
              <a:buNone/>
              <a:defRPr sz="700">
                <a:latin typeface="DM Sans"/>
                <a:ea typeface="DM Sans"/>
                <a:cs typeface="DM Sans"/>
                <a:sym typeface="DM Sans"/>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359" name="Google Shape;359;p44"/>
          <p:cNvSpPr txBox="1"/>
          <p:nvPr>
            <p:ph idx="2" type="subTitle"/>
          </p:nvPr>
        </p:nvSpPr>
        <p:spPr>
          <a:xfrm>
            <a:off x="361975" y="732775"/>
            <a:ext cx="4163100" cy="138600"/>
          </a:xfrm>
          <a:prstGeom prst="rect">
            <a:avLst/>
          </a:prstGeom>
          <a:noFill/>
          <a:ln>
            <a:noFill/>
          </a:ln>
        </p:spPr>
        <p:txBody>
          <a:bodyPr anchorCtr="0" anchor="b" bIns="0" lIns="0" spcFirstLastPara="1" rIns="0" wrap="square" tIns="0">
            <a:spAutoFit/>
          </a:bodyPr>
          <a:lstStyle>
            <a:lvl1pPr lvl="0" algn="l">
              <a:lnSpc>
                <a:spcPct val="115000"/>
              </a:lnSpc>
              <a:spcBef>
                <a:spcPts val="0"/>
              </a:spcBef>
              <a:spcAft>
                <a:spcPts val="0"/>
              </a:spcAft>
              <a:buSzPts val="1000"/>
              <a:buFont typeface="DM Sans Light"/>
              <a:buNone/>
              <a:defRPr sz="1000">
                <a:latin typeface="DM Sans Light"/>
                <a:ea typeface="DM Sans Light"/>
                <a:cs typeface="DM Sans Light"/>
                <a:sym typeface="DM Sans Light"/>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360" name="Shape 360"/>
        <p:cNvGrpSpPr/>
        <p:nvPr/>
      </p:nvGrpSpPr>
      <p:grpSpPr>
        <a:xfrm>
          <a:off x="0" y="0"/>
          <a:ext cx="0" cy="0"/>
          <a:chOff x="0" y="0"/>
          <a:chExt cx="0" cy="0"/>
        </a:xfrm>
      </p:grpSpPr>
      <p:sp>
        <p:nvSpPr>
          <p:cNvPr id="361" name="Google Shape;361;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M Sans"/>
              <a:ea typeface="DM Sans"/>
              <a:cs typeface="DM Sans"/>
              <a:sym typeface="DM Sans"/>
            </a:endParaRPr>
          </a:p>
        </p:txBody>
      </p:sp>
      <p:sp>
        <p:nvSpPr>
          <p:cNvPr id="362" name="Google Shape;362;p45"/>
          <p:cNvSpPr txBox="1"/>
          <p:nvPr>
            <p:ph type="title"/>
          </p:nvPr>
        </p:nvSpPr>
        <p:spPr>
          <a:xfrm>
            <a:off x="451472" y="2024100"/>
            <a:ext cx="4163100" cy="13725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SzPts val="3000"/>
              <a:buNone/>
              <a:defRPr sz="4200">
                <a:solidFill>
                  <a:schemeClr val="dk1"/>
                </a:solidFill>
              </a:defRPr>
            </a:lvl1pPr>
            <a:lvl2pPr lvl="1" algn="l">
              <a:lnSpc>
                <a:spcPct val="90000"/>
              </a:lnSpc>
              <a:spcBef>
                <a:spcPts val="0"/>
              </a:spcBef>
              <a:spcAft>
                <a:spcPts val="0"/>
              </a:spcAft>
              <a:buSzPts val="1400"/>
              <a:buNone/>
              <a:defRPr sz="4200">
                <a:solidFill>
                  <a:schemeClr val="dk1"/>
                </a:solidFill>
              </a:defRPr>
            </a:lvl2pPr>
            <a:lvl3pPr lvl="2" algn="l">
              <a:lnSpc>
                <a:spcPct val="90000"/>
              </a:lnSpc>
              <a:spcBef>
                <a:spcPts val="0"/>
              </a:spcBef>
              <a:spcAft>
                <a:spcPts val="0"/>
              </a:spcAft>
              <a:buSzPts val="1400"/>
              <a:buNone/>
              <a:defRPr sz="4200">
                <a:solidFill>
                  <a:schemeClr val="dk1"/>
                </a:solidFill>
              </a:defRPr>
            </a:lvl3pPr>
            <a:lvl4pPr lvl="3" algn="l">
              <a:lnSpc>
                <a:spcPct val="90000"/>
              </a:lnSpc>
              <a:spcBef>
                <a:spcPts val="0"/>
              </a:spcBef>
              <a:spcAft>
                <a:spcPts val="0"/>
              </a:spcAft>
              <a:buSzPts val="1400"/>
              <a:buNone/>
              <a:defRPr sz="4200">
                <a:solidFill>
                  <a:schemeClr val="dk1"/>
                </a:solidFill>
              </a:defRPr>
            </a:lvl4pPr>
            <a:lvl5pPr lvl="4" algn="l">
              <a:lnSpc>
                <a:spcPct val="90000"/>
              </a:lnSpc>
              <a:spcBef>
                <a:spcPts val="0"/>
              </a:spcBef>
              <a:spcAft>
                <a:spcPts val="0"/>
              </a:spcAft>
              <a:buSzPts val="1400"/>
              <a:buNone/>
              <a:defRPr sz="4200">
                <a:solidFill>
                  <a:schemeClr val="dk1"/>
                </a:solidFill>
              </a:defRPr>
            </a:lvl5pPr>
            <a:lvl6pPr lvl="5" algn="l">
              <a:lnSpc>
                <a:spcPct val="90000"/>
              </a:lnSpc>
              <a:spcBef>
                <a:spcPts val="0"/>
              </a:spcBef>
              <a:spcAft>
                <a:spcPts val="0"/>
              </a:spcAft>
              <a:buSzPts val="1400"/>
              <a:buNone/>
              <a:defRPr sz="4200">
                <a:solidFill>
                  <a:schemeClr val="dk1"/>
                </a:solidFill>
              </a:defRPr>
            </a:lvl6pPr>
            <a:lvl7pPr lvl="6" algn="l">
              <a:lnSpc>
                <a:spcPct val="90000"/>
              </a:lnSpc>
              <a:spcBef>
                <a:spcPts val="0"/>
              </a:spcBef>
              <a:spcAft>
                <a:spcPts val="0"/>
              </a:spcAft>
              <a:buSzPts val="1400"/>
              <a:buNone/>
              <a:defRPr sz="4200">
                <a:solidFill>
                  <a:schemeClr val="dk1"/>
                </a:solidFill>
              </a:defRPr>
            </a:lvl7pPr>
            <a:lvl8pPr lvl="7" algn="l">
              <a:lnSpc>
                <a:spcPct val="90000"/>
              </a:lnSpc>
              <a:spcBef>
                <a:spcPts val="0"/>
              </a:spcBef>
              <a:spcAft>
                <a:spcPts val="0"/>
              </a:spcAft>
              <a:buSzPts val="1400"/>
              <a:buNone/>
              <a:defRPr sz="4200">
                <a:solidFill>
                  <a:schemeClr val="dk1"/>
                </a:solidFill>
              </a:defRPr>
            </a:lvl8pPr>
            <a:lvl9pPr lvl="8" algn="l">
              <a:lnSpc>
                <a:spcPct val="90000"/>
              </a:lnSpc>
              <a:spcBef>
                <a:spcPts val="0"/>
              </a:spcBef>
              <a:spcAft>
                <a:spcPts val="0"/>
              </a:spcAft>
              <a:buSzPts val="1400"/>
              <a:buNone/>
              <a:defRPr sz="4200">
                <a:solidFill>
                  <a:schemeClr val="dk1"/>
                </a:solidFill>
              </a:defRPr>
            </a:lvl9pPr>
          </a:lstStyle>
          <a:p/>
        </p:txBody>
      </p:sp>
      <p:sp>
        <p:nvSpPr>
          <p:cNvPr id="363" name="Google Shape;363;p45"/>
          <p:cNvSpPr txBox="1"/>
          <p:nvPr>
            <p:ph idx="1" type="subTitle"/>
          </p:nvPr>
        </p:nvSpPr>
        <p:spPr>
          <a:xfrm>
            <a:off x="451475" y="3776250"/>
            <a:ext cx="4163100" cy="4269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lgn="l">
              <a:lnSpc>
                <a:spcPct val="115000"/>
              </a:lnSpc>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64" name="Shape 364"/>
        <p:cNvGrpSpPr/>
        <p:nvPr/>
      </p:nvGrpSpPr>
      <p:grpSpPr>
        <a:xfrm>
          <a:off x="0" y="0"/>
          <a:ext cx="0" cy="0"/>
          <a:chOff x="0" y="0"/>
          <a:chExt cx="0" cy="0"/>
        </a:xfrm>
      </p:grpSpPr>
      <p:sp>
        <p:nvSpPr>
          <p:cNvPr id="365" name="Google Shape;365;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6" name="Google Shape;366;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28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67" name="Shape 367"/>
        <p:cNvGrpSpPr/>
        <p:nvPr/>
      </p:nvGrpSpPr>
      <p:grpSpPr>
        <a:xfrm>
          <a:off x="0" y="0"/>
          <a:ext cx="0" cy="0"/>
          <a:chOff x="0" y="0"/>
          <a:chExt cx="0" cy="0"/>
        </a:xfrm>
      </p:grpSpPr>
      <p:sp>
        <p:nvSpPr>
          <p:cNvPr id="368" name="Google Shape;368;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69" name="Shape 369"/>
        <p:cNvGrpSpPr/>
        <p:nvPr/>
      </p:nvGrpSpPr>
      <p:grpSpPr>
        <a:xfrm>
          <a:off x="0" y="0"/>
          <a:ext cx="0" cy="0"/>
          <a:chOff x="0" y="0"/>
          <a:chExt cx="0" cy="0"/>
        </a:xfrm>
      </p:grpSpPr>
      <p:sp>
        <p:nvSpPr>
          <p:cNvPr id="370" name="Google Shape;370;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1" name="Google Shape;371;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2" name="Shape 372"/>
        <p:cNvGrpSpPr/>
        <p:nvPr/>
      </p:nvGrpSpPr>
      <p:grpSpPr>
        <a:xfrm>
          <a:off x="0" y="0"/>
          <a:ext cx="0" cy="0"/>
          <a:chOff x="0" y="0"/>
          <a:chExt cx="0" cy="0"/>
        </a:xfrm>
      </p:grpSpPr>
      <p:sp>
        <p:nvSpPr>
          <p:cNvPr id="373" name="Google Shape;373;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4" name="Google Shape;374;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375" name="Google Shape;375;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76" name="Shape 376"/>
        <p:cNvGrpSpPr/>
        <p:nvPr/>
      </p:nvGrpSpPr>
      <p:grpSpPr>
        <a:xfrm>
          <a:off x="0" y="0"/>
          <a:ext cx="0" cy="0"/>
          <a:chOff x="0" y="0"/>
          <a:chExt cx="0" cy="0"/>
        </a:xfrm>
      </p:grpSpPr>
      <p:sp>
        <p:nvSpPr>
          <p:cNvPr id="377" name="Google Shape;377;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8" name="Shape 378"/>
        <p:cNvGrpSpPr/>
        <p:nvPr/>
      </p:nvGrpSpPr>
      <p:grpSpPr>
        <a:xfrm>
          <a:off x="0" y="0"/>
          <a:ext cx="0" cy="0"/>
          <a:chOff x="0" y="0"/>
          <a:chExt cx="0" cy="0"/>
        </a:xfrm>
      </p:grpSpPr>
      <p:sp>
        <p:nvSpPr>
          <p:cNvPr id="379" name="Google Shape;379;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0" name="Google Shape;380;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81" name="Shape 381"/>
        <p:cNvGrpSpPr/>
        <p:nvPr/>
      </p:nvGrpSpPr>
      <p:grpSpPr>
        <a:xfrm>
          <a:off x="0" y="0"/>
          <a:ext cx="0" cy="0"/>
          <a:chOff x="0" y="0"/>
          <a:chExt cx="0" cy="0"/>
        </a:xfrm>
      </p:grpSpPr>
      <p:sp>
        <p:nvSpPr>
          <p:cNvPr id="382" name="Google Shape;382;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3" name="Shape 383"/>
        <p:cNvGrpSpPr/>
        <p:nvPr/>
      </p:nvGrpSpPr>
      <p:grpSpPr>
        <a:xfrm>
          <a:off x="0" y="0"/>
          <a:ext cx="0" cy="0"/>
          <a:chOff x="0" y="0"/>
          <a:chExt cx="0" cy="0"/>
        </a:xfrm>
      </p:grpSpPr>
      <p:sp>
        <p:nvSpPr>
          <p:cNvPr id="384" name="Google Shape;384;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5" name="Google Shape;385;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100"/>
              <a:buNone/>
              <a:defRPr sz="2100"/>
            </a:lvl1pPr>
            <a:lvl2pPr lvl="1" algn="ctr">
              <a:lnSpc>
                <a:spcPct val="115000"/>
              </a:lnSpc>
              <a:spcBef>
                <a:spcPts val="0"/>
              </a:spcBef>
              <a:spcAft>
                <a:spcPts val="0"/>
              </a:spcAft>
              <a:buSzPts val="2100"/>
              <a:buNone/>
              <a:defRPr sz="2100"/>
            </a:lvl2pPr>
            <a:lvl3pPr lvl="2" algn="ctr">
              <a:lnSpc>
                <a:spcPct val="115000"/>
              </a:lnSpc>
              <a:spcBef>
                <a:spcPts val="0"/>
              </a:spcBef>
              <a:spcAft>
                <a:spcPts val="0"/>
              </a:spcAft>
              <a:buSzPts val="2100"/>
              <a:buNone/>
              <a:defRPr sz="2100"/>
            </a:lvl3pPr>
            <a:lvl4pPr lvl="3" algn="ctr">
              <a:lnSpc>
                <a:spcPct val="115000"/>
              </a:lnSpc>
              <a:spcBef>
                <a:spcPts val="0"/>
              </a:spcBef>
              <a:spcAft>
                <a:spcPts val="0"/>
              </a:spcAft>
              <a:buSzPts val="2100"/>
              <a:buNone/>
              <a:defRPr sz="2100"/>
            </a:lvl4pPr>
            <a:lvl5pPr lvl="4" algn="ctr">
              <a:lnSpc>
                <a:spcPct val="115000"/>
              </a:lnSpc>
              <a:spcBef>
                <a:spcPts val="0"/>
              </a:spcBef>
              <a:spcAft>
                <a:spcPts val="0"/>
              </a:spcAft>
              <a:buSzPts val="2100"/>
              <a:buNone/>
              <a:defRPr sz="2100"/>
            </a:lvl5pPr>
            <a:lvl6pPr lvl="5" algn="ctr">
              <a:lnSpc>
                <a:spcPct val="115000"/>
              </a:lnSpc>
              <a:spcBef>
                <a:spcPts val="0"/>
              </a:spcBef>
              <a:spcAft>
                <a:spcPts val="0"/>
              </a:spcAft>
              <a:buSzPts val="2100"/>
              <a:buNone/>
              <a:defRPr sz="2100"/>
            </a:lvl6pPr>
            <a:lvl7pPr lvl="6" algn="ctr">
              <a:lnSpc>
                <a:spcPct val="115000"/>
              </a:lnSpc>
              <a:spcBef>
                <a:spcPts val="0"/>
              </a:spcBef>
              <a:spcAft>
                <a:spcPts val="0"/>
              </a:spcAft>
              <a:buSzPts val="2100"/>
              <a:buNone/>
              <a:defRPr sz="2100"/>
            </a:lvl7pPr>
            <a:lvl8pPr lvl="7" algn="ctr">
              <a:lnSpc>
                <a:spcPct val="115000"/>
              </a:lnSpc>
              <a:spcBef>
                <a:spcPts val="0"/>
              </a:spcBef>
              <a:spcAft>
                <a:spcPts val="0"/>
              </a:spcAft>
              <a:buSzPts val="2100"/>
              <a:buNone/>
              <a:defRPr sz="2100"/>
            </a:lvl8pPr>
            <a:lvl9pPr lvl="8" algn="ctr">
              <a:lnSpc>
                <a:spcPct val="115000"/>
              </a:lnSpc>
              <a:spcBef>
                <a:spcPts val="0"/>
              </a:spcBef>
              <a:spcAft>
                <a:spcPts val="0"/>
              </a:spcAft>
              <a:buSzPts val="2100"/>
              <a:buNone/>
              <a:defRPr sz="2100"/>
            </a:lvl9pPr>
          </a:lstStyle>
          <a:p/>
        </p:txBody>
      </p:sp>
      <p:sp>
        <p:nvSpPr>
          <p:cNvPr id="386" name="Google Shape;386;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7" name="Shape 387"/>
        <p:cNvGrpSpPr/>
        <p:nvPr/>
      </p:nvGrpSpPr>
      <p:grpSpPr>
        <a:xfrm>
          <a:off x="0" y="0"/>
          <a:ext cx="0" cy="0"/>
          <a:chOff x="0" y="0"/>
          <a:chExt cx="0" cy="0"/>
        </a:xfrm>
      </p:grpSpPr>
      <p:sp>
        <p:nvSpPr>
          <p:cNvPr id="388" name="Google Shape;388;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15000"/>
              </a:lnSpc>
              <a:spcBef>
                <a:spcPts val="0"/>
              </a:spcBef>
              <a:spcAft>
                <a:spcPts val="0"/>
              </a:spcAft>
              <a:buSzPts val="1200"/>
              <a:buNone/>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9" name="Shape 389"/>
        <p:cNvGrpSpPr/>
        <p:nvPr/>
      </p:nvGrpSpPr>
      <p:grpSpPr>
        <a:xfrm>
          <a:off x="0" y="0"/>
          <a:ext cx="0" cy="0"/>
          <a:chOff x="0" y="0"/>
          <a:chExt cx="0" cy="0"/>
        </a:xfrm>
      </p:grpSpPr>
      <p:sp>
        <p:nvSpPr>
          <p:cNvPr id="390" name="Google Shape;390;p55"/>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391" name="Google Shape;391;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04800" lvl="0" marL="457200" algn="ctr">
              <a:lnSpc>
                <a:spcPct val="115000"/>
              </a:lnSpc>
              <a:spcBef>
                <a:spcPts val="0"/>
              </a:spcBef>
              <a:spcAft>
                <a:spcPts val="0"/>
              </a:spcAft>
              <a:buSzPts val="1200"/>
              <a:buChar char="●"/>
              <a:defRPr/>
            </a:lvl1pPr>
            <a:lvl2pPr indent="-304800" lvl="1" marL="914400" algn="ctr">
              <a:lnSpc>
                <a:spcPct val="115000"/>
              </a:lnSpc>
              <a:spcBef>
                <a:spcPts val="0"/>
              </a:spcBef>
              <a:spcAft>
                <a:spcPts val="0"/>
              </a:spcAft>
              <a:buSzPts val="1200"/>
              <a:buChar char="○"/>
              <a:defRPr/>
            </a:lvl2pPr>
            <a:lvl3pPr indent="-304800" lvl="2" marL="1371600" algn="ctr">
              <a:lnSpc>
                <a:spcPct val="115000"/>
              </a:lnSpc>
              <a:spcBef>
                <a:spcPts val="0"/>
              </a:spcBef>
              <a:spcAft>
                <a:spcPts val="0"/>
              </a:spcAft>
              <a:buSzPts val="1200"/>
              <a:buChar char="■"/>
              <a:defRPr/>
            </a:lvl3pPr>
            <a:lvl4pPr indent="-304800" lvl="3" marL="1828800" algn="ctr">
              <a:lnSpc>
                <a:spcPct val="115000"/>
              </a:lnSpc>
              <a:spcBef>
                <a:spcPts val="0"/>
              </a:spcBef>
              <a:spcAft>
                <a:spcPts val="0"/>
              </a:spcAft>
              <a:buSzPts val="1200"/>
              <a:buChar char="●"/>
              <a:defRPr/>
            </a:lvl4pPr>
            <a:lvl5pPr indent="-304800" lvl="4" marL="2286000" algn="ctr">
              <a:lnSpc>
                <a:spcPct val="115000"/>
              </a:lnSpc>
              <a:spcBef>
                <a:spcPts val="0"/>
              </a:spcBef>
              <a:spcAft>
                <a:spcPts val="0"/>
              </a:spcAft>
              <a:buSzPts val="1200"/>
              <a:buChar char="○"/>
              <a:defRPr/>
            </a:lvl5pPr>
            <a:lvl6pPr indent="-304800" lvl="5" marL="2743200" algn="ctr">
              <a:lnSpc>
                <a:spcPct val="115000"/>
              </a:lnSpc>
              <a:spcBef>
                <a:spcPts val="0"/>
              </a:spcBef>
              <a:spcAft>
                <a:spcPts val="0"/>
              </a:spcAft>
              <a:buSzPts val="1200"/>
              <a:buChar char="■"/>
              <a:defRPr/>
            </a:lvl6pPr>
            <a:lvl7pPr indent="-304800" lvl="6" marL="3200400" algn="ctr">
              <a:lnSpc>
                <a:spcPct val="115000"/>
              </a:lnSpc>
              <a:spcBef>
                <a:spcPts val="0"/>
              </a:spcBef>
              <a:spcAft>
                <a:spcPts val="0"/>
              </a:spcAft>
              <a:buSzPts val="1200"/>
              <a:buChar char="●"/>
              <a:defRPr/>
            </a:lvl7pPr>
            <a:lvl8pPr indent="-304800" lvl="7" marL="3657600" algn="ctr">
              <a:lnSpc>
                <a:spcPct val="115000"/>
              </a:lnSpc>
              <a:spcBef>
                <a:spcPts val="0"/>
              </a:spcBef>
              <a:spcAft>
                <a:spcPts val="0"/>
              </a:spcAft>
              <a:buSzPts val="1200"/>
              <a:buChar char="○"/>
              <a:defRPr/>
            </a:lvl8pPr>
            <a:lvl9pPr indent="-304800" lvl="8" marL="4114800" algn="ctr">
              <a:lnSpc>
                <a:spcPct val="115000"/>
              </a:lnSpc>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2" name="Shape 392"/>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3" name="Shape 393"/>
        <p:cNvGrpSpPr/>
        <p:nvPr/>
      </p:nvGrpSpPr>
      <p:grpSpPr>
        <a:xfrm>
          <a:off x="0" y="0"/>
          <a:ext cx="0" cy="0"/>
          <a:chOff x="0" y="0"/>
          <a:chExt cx="0" cy="0"/>
        </a:xfrm>
      </p:grpSpPr>
      <p:sp>
        <p:nvSpPr>
          <p:cNvPr id="394" name="Google Shape;394;p57"/>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5" name="Google Shape;395;p57"/>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6" name="Google Shape;396;p57"/>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7" name="Google Shape;397;p57"/>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8" name="Google Shape;398;p57"/>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399" name="Google Shape;399;p57"/>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00" name="Google Shape;400;p57"/>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3" name="Google Shape;403;p58"/>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04" name="Google Shape;404;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5" name="Shape 405"/>
        <p:cNvGrpSpPr/>
        <p:nvPr/>
      </p:nvGrpSpPr>
      <p:grpSpPr>
        <a:xfrm>
          <a:off x="0" y="0"/>
          <a:ext cx="0" cy="0"/>
          <a:chOff x="0" y="0"/>
          <a:chExt cx="0" cy="0"/>
        </a:xfrm>
      </p:grpSpPr>
      <p:sp>
        <p:nvSpPr>
          <p:cNvPr id="406" name="Google Shape;406;p59"/>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07" name="Google Shape;407;p59"/>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08" name="Google Shape;408;p59"/>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09" name="Google Shape;409;p59"/>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0" name="Google Shape;410;p59"/>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1" name="Shape 411"/>
        <p:cNvGrpSpPr/>
        <p:nvPr/>
      </p:nvGrpSpPr>
      <p:grpSpPr>
        <a:xfrm>
          <a:off x="0" y="0"/>
          <a:ext cx="0" cy="0"/>
          <a:chOff x="0" y="0"/>
          <a:chExt cx="0" cy="0"/>
        </a:xfrm>
      </p:grpSpPr>
      <p:sp>
        <p:nvSpPr>
          <p:cNvPr id="412" name="Google Shape;412;p60"/>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13" name="Google Shape;413;p60"/>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14" name="Google Shape;414;p60"/>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15" name="Google Shape;415;p60"/>
          <p:cNvSpPr txBox="1"/>
          <p:nvPr>
            <p:ph idx="3"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6" name="Google Shape;416;p60"/>
          <p:cNvSpPr txBox="1"/>
          <p:nvPr>
            <p:ph idx="4"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7" name="Google Shape;417;p60"/>
          <p:cNvSpPr txBox="1"/>
          <p:nvPr>
            <p:ph idx="5"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18" name="Google Shape;418;p60"/>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19" name="Shape 419"/>
        <p:cNvGrpSpPr/>
        <p:nvPr/>
      </p:nvGrpSpPr>
      <p:grpSpPr>
        <a:xfrm>
          <a:off x="0" y="0"/>
          <a:ext cx="0" cy="0"/>
          <a:chOff x="0" y="0"/>
          <a:chExt cx="0" cy="0"/>
        </a:xfrm>
      </p:grpSpPr>
      <p:sp>
        <p:nvSpPr>
          <p:cNvPr id="420" name="Google Shape;420;p61"/>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sp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21" name="Google Shape;421;p61"/>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22" name="Google Shape;422;p61"/>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23" name="Google Shape;423;p61"/>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24" name="Google Shape;424;p61"/>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25" name="Google Shape;425;p61"/>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26" name="Google Shape;426;p61"/>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27" name="Google Shape;427;p61"/>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
        <p:nvSpPr>
          <p:cNvPr id="428" name="Google Shape;428;p61"/>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2000"/>
              <a:buNone/>
              <a:defRPr sz="2000"/>
            </a:lvl1pPr>
            <a:lvl2pPr lvl="1" algn="l">
              <a:lnSpc>
                <a:spcPct val="115000"/>
              </a:lnSpc>
              <a:spcBef>
                <a:spcPts val="0"/>
              </a:spcBef>
              <a:spcAft>
                <a:spcPts val="0"/>
              </a:spcAft>
              <a:buSzPts val="2000"/>
              <a:buNone/>
              <a:defRPr sz="2000"/>
            </a:lvl2pPr>
            <a:lvl3pPr lvl="2" algn="l">
              <a:lnSpc>
                <a:spcPct val="115000"/>
              </a:lnSpc>
              <a:spcBef>
                <a:spcPts val="0"/>
              </a:spcBef>
              <a:spcAft>
                <a:spcPts val="0"/>
              </a:spcAft>
              <a:buSzPts val="2000"/>
              <a:buNone/>
              <a:defRPr sz="2000"/>
            </a:lvl3pPr>
            <a:lvl4pPr lvl="3" algn="l">
              <a:lnSpc>
                <a:spcPct val="115000"/>
              </a:lnSpc>
              <a:spcBef>
                <a:spcPts val="0"/>
              </a:spcBef>
              <a:spcAft>
                <a:spcPts val="0"/>
              </a:spcAft>
              <a:buSzPts val="2000"/>
              <a:buNone/>
              <a:defRPr sz="2000"/>
            </a:lvl4pPr>
            <a:lvl5pPr lvl="4" algn="l">
              <a:lnSpc>
                <a:spcPct val="115000"/>
              </a:lnSpc>
              <a:spcBef>
                <a:spcPts val="0"/>
              </a:spcBef>
              <a:spcAft>
                <a:spcPts val="0"/>
              </a:spcAft>
              <a:buSzPts val="2000"/>
              <a:buNone/>
              <a:defRPr sz="2000"/>
            </a:lvl5pPr>
            <a:lvl6pPr lvl="5" algn="l">
              <a:lnSpc>
                <a:spcPct val="115000"/>
              </a:lnSpc>
              <a:spcBef>
                <a:spcPts val="0"/>
              </a:spcBef>
              <a:spcAft>
                <a:spcPts val="0"/>
              </a:spcAft>
              <a:buSzPts val="2000"/>
              <a:buNone/>
              <a:defRPr sz="2000"/>
            </a:lvl6pPr>
            <a:lvl7pPr lvl="6" algn="l">
              <a:lnSpc>
                <a:spcPct val="115000"/>
              </a:lnSpc>
              <a:spcBef>
                <a:spcPts val="0"/>
              </a:spcBef>
              <a:spcAft>
                <a:spcPts val="0"/>
              </a:spcAft>
              <a:buSzPts val="2000"/>
              <a:buNone/>
              <a:defRPr sz="2000"/>
            </a:lvl7pPr>
            <a:lvl8pPr lvl="7" algn="l">
              <a:lnSpc>
                <a:spcPct val="115000"/>
              </a:lnSpc>
              <a:spcBef>
                <a:spcPts val="0"/>
              </a:spcBef>
              <a:spcAft>
                <a:spcPts val="0"/>
              </a:spcAft>
              <a:buSzPts val="2000"/>
              <a:buNone/>
              <a:defRPr sz="2000"/>
            </a:lvl8pPr>
            <a:lvl9pPr lvl="8" algn="l">
              <a:lnSpc>
                <a:spcPct val="115000"/>
              </a:lnSpc>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29" name="Shape 429"/>
        <p:cNvGrpSpPr/>
        <p:nvPr/>
      </p:nvGrpSpPr>
      <p:grpSpPr>
        <a:xfrm>
          <a:off x="0" y="0"/>
          <a:ext cx="0" cy="0"/>
          <a:chOff x="0" y="0"/>
          <a:chExt cx="0" cy="0"/>
        </a:xfrm>
      </p:grpSpPr>
      <p:sp>
        <p:nvSpPr>
          <p:cNvPr id="430" name="Google Shape;430;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1" name="Google Shape;431;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2" name="Shape 432"/>
        <p:cNvGrpSpPr/>
        <p:nvPr/>
      </p:nvGrpSpPr>
      <p:grpSpPr>
        <a:xfrm>
          <a:off x="0" y="0"/>
          <a:ext cx="0" cy="0"/>
          <a:chOff x="0" y="0"/>
          <a:chExt cx="0" cy="0"/>
        </a:xfrm>
      </p:grpSpPr>
      <p:sp>
        <p:nvSpPr>
          <p:cNvPr id="433" name="Google Shape;433;p63"/>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34" name="Google Shape;434;p63"/>
          <p:cNvSpPr/>
          <p:nvPr>
            <p:ph idx="2" type="pic"/>
          </p:nvPr>
        </p:nvSpPr>
        <p:spPr>
          <a:xfrm>
            <a:off x="4804825" y="1133300"/>
            <a:ext cx="4027500" cy="2392800"/>
          </a:xfrm>
          <a:prstGeom prst="rect">
            <a:avLst/>
          </a:prstGeom>
          <a:noFill/>
          <a:ln>
            <a:noFill/>
          </a:ln>
        </p:spPr>
      </p:sp>
      <p:sp>
        <p:nvSpPr>
          <p:cNvPr id="435" name="Google Shape;435;p63"/>
          <p:cNvSpPr/>
          <p:nvPr>
            <p:ph idx="3" type="pic"/>
          </p:nvPr>
        </p:nvSpPr>
        <p:spPr>
          <a:xfrm>
            <a:off x="311725" y="1133300"/>
            <a:ext cx="4027500" cy="2392800"/>
          </a:xfrm>
          <a:prstGeom prst="rect">
            <a:avLst/>
          </a:prstGeom>
          <a:noFill/>
          <a:ln>
            <a:noFill/>
          </a:ln>
        </p:spPr>
      </p:sp>
      <p:sp>
        <p:nvSpPr>
          <p:cNvPr id="436" name="Google Shape;436;p63"/>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37" name="Google Shape;437;p6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8" name="Google Shape;438;p63"/>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39" name="Google Shape;439;p63"/>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0" name="Shape 440"/>
        <p:cNvGrpSpPr/>
        <p:nvPr/>
      </p:nvGrpSpPr>
      <p:grpSpPr>
        <a:xfrm>
          <a:off x="0" y="0"/>
          <a:ext cx="0" cy="0"/>
          <a:chOff x="0" y="0"/>
          <a:chExt cx="0" cy="0"/>
        </a:xfrm>
      </p:grpSpPr>
      <p:sp>
        <p:nvSpPr>
          <p:cNvPr id="441" name="Google Shape;441;p64"/>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sp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800"/>
              </a:spcBef>
              <a:spcAft>
                <a:spcPts val="0"/>
              </a:spcAft>
              <a:buSzPts val="1200"/>
              <a:buChar char="○"/>
              <a:defRPr/>
            </a:lvl2pPr>
            <a:lvl3pPr indent="-304800" lvl="2" marL="1371600" algn="l">
              <a:lnSpc>
                <a:spcPct val="115000"/>
              </a:lnSpc>
              <a:spcBef>
                <a:spcPts val="800"/>
              </a:spcBef>
              <a:spcAft>
                <a:spcPts val="0"/>
              </a:spcAft>
              <a:buSzPts val="1200"/>
              <a:buChar char="■"/>
              <a:defRPr/>
            </a:lvl3pPr>
            <a:lvl4pPr indent="-304800" lvl="3" marL="1828800" algn="l">
              <a:lnSpc>
                <a:spcPct val="115000"/>
              </a:lnSpc>
              <a:spcBef>
                <a:spcPts val="800"/>
              </a:spcBef>
              <a:spcAft>
                <a:spcPts val="0"/>
              </a:spcAft>
              <a:buSzPts val="1200"/>
              <a:buChar char="●"/>
              <a:defRPr/>
            </a:lvl4pPr>
            <a:lvl5pPr indent="-304800" lvl="4" marL="2286000" algn="l">
              <a:lnSpc>
                <a:spcPct val="115000"/>
              </a:lnSpc>
              <a:spcBef>
                <a:spcPts val="800"/>
              </a:spcBef>
              <a:spcAft>
                <a:spcPts val="0"/>
              </a:spcAft>
              <a:buSzPts val="1200"/>
              <a:buChar char="○"/>
              <a:defRPr/>
            </a:lvl5pPr>
            <a:lvl6pPr indent="-304800" lvl="5" marL="2743200" algn="l">
              <a:lnSpc>
                <a:spcPct val="115000"/>
              </a:lnSpc>
              <a:spcBef>
                <a:spcPts val="800"/>
              </a:spcBef>
              <a:spcAft>
                <a:spcPts val="0"/>
              </a:spcAft>
              <a:buSzPts val="1200"/>
              <a:buChar char="■"/>
              <a:defRPr/>
            </a:lvl6pPr>
            <a:lvl7pPr indent="-304800" lvl="6" marL="3200400" algn="l">
              <a:lnSpc>
                <a:spcPct val="115000"/>
              </a:lnSpc>
              <a:spcBef>
                <a:spcPts val="800"/>
              </a:spcBef>
              <a:spcAft>
                <a:spcPts val="0"/>
              </a:spcAft>
              <a:buSzPts val="1200"/>
              <a:buChar char="●"/>
              <a:defRPr/>
            </a:lvl7pPr>
            <a:lvl8pPr indent="-304800" lvl="7" marL="3657600" algn="l">
              <a:lnSpc>
                <a:spcPct val="115000"/>
              </a:lnSpc>
              <a:spcBef>
                <a:spcPts val="800"/>
              </a:spcBef>
              <a:spcAft>
                <a:spcPts val="0"/>
              </a:spcAft>
              <a:buSzPts val="1200"/>
              <a:buChar char="○"/>
              <a:defRPr/>
            </a:lvl8pPr>
            <a:lvl9pPr indent="-304800" lvl="8" marL="4114800" algn="l">
              <a:lnSpc>
                <a:spcPct val="115000"/>
              </a:lnSpc>
              <a:spcBef>
                <a:spcPts val="800"/>
              </a:spcBef>
              <a:spcAft>
                <a:spcPts val="800"/>
              </a:spcAft>
              <a:buSzPts val="1200"/>
              <a:buChar char="■"/>
              <a:defRPr/>
            </a:lvl9pPr>
          </a:lstStyle>
          <a:p/>
        </p:txBody>
      </p:sp>
      <p:sp>
        <p:nvSpPr>
          <p:cNvPr id="442" name="Google Shape;442;p64"/>
          <p:cNvSpPr/>
          <p:nvPr>
            <p:ph idx="2" type="pic"/>
          </p:nvPr>
        </p:nvSpPr>
        <p:spPr>
          <a:xfrm>
            <a:off x="6205225" y="1128325"/>
            <a:ext cx="2627100" cy="2273100"/>
          </a:xfrm>
          <a:prstGeom prst="rect">
            <a:avLst/>
          </a:prstGeom>
          <a:noFill/>
          <a:ln>
            <a:noFill/>
          </a:ln>
        </p:spPr>
      </p:sp>
      <p:sp>
        <p:nvSpPr>
          <p:cNvPr id="443" name="Google Shape;443;p64"/>
          <p:cNvSpPr/>
          <p:nvPr>
            <p:ph idx="3" type="pic"/>
          </p:nvPr>
        </p:nvSpPr>
        <p:spPr>
          <a:xfrm>
            <a:off x="311725" y="1128325"/>
            <a:ext cx="2627100" cy="2273100"/>
          </a:xfrm>
          <a:prstGeom prst="rect">
            <a:avLst/>
          </a:prstGeom>
          <a:noFill/>
          <a:ln>
            <a:noFill/>
          </a:ln>
        </p:spPr>
      </p:sp>
      <p:sp>
        <p:nvSpPr>
          <p:cNvPr id="444" name="Google Shape;444;p64"/>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45" name="Google Shape;445;p64"/>
          <p:cNvSpPr/>
          <p:nvPr>
            <p:ph idx="5" type="pic"/>
          </p:nvPr>
        </p:nvSpPr>
        <p:spPr>
          <a:xfrm>
            <a:off x="3255250" y="1128325"/>
            <a:ext cx="2627100" cy="2273100"/>
          </a:xfrm>
          <a:prstGeom prst="rect">
            <a:avLst/>
          </a:prstGeom>
          <a:noFill/>
          <a:ln>
            <a:noFill/>
          </a:ln>
        </p:spPr>
      </p:sp>
      <p:sp>
        <p:nvSpPr>
          <p:cNvPr id="446" name="Google Shape;446;p64"/>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
        <p:nvSpPr>
          <p:cNvPr id="447" name="Google Shape;447;p6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8" name="Google Shape;448;p64"/>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49" name="Google Shape;449;p64"/>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
        <p:nvSpPr>
          <p:cNvPr id="450" name="Google Shape;450;p64"/>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l">
              <a:lnSpc>
                <a:spcPct val="115000"/>
              </a:lnSpc>
              <a:spcBef>
                <a:spcPts val="0"/>
              </a:spcBef>
              <a:spcAft>
                <a:spcPts val="0"/>
              </a:spcAft>
              <a:buSzPts val="1800"/>
              <a:buNone/>
              <a:defRPr sz="1800"/>
            </a:lvl2pPr>
            <a:lvl3pPr lvl="2" algn="l">
              <a:lnSpc>
                <a:spcPct val="115000"/>
              </a:lnSpc>
              <a:spcBef>
                <a:spcPts val="0"/>
              </a:spcBef>
              <a:spcAft>
                <a:spcPts val="0"/>
              </a:spcAft>
              <a:buSzPts val="1800"/>
              <a:buNone/>
              <a:defRPr sz="1800"/>
            </a:lvl3pPr>
            <a:lvl4pPr lvl="3" algn="l">
              <a:lnSpc>
                <a:spcPct val="115000"/>
              </a:lnSpc>
              <a:spcBef>
                <a:spcPts val="0"/>
              </a:spcBef>
              <a:spcAft>
                <a:spcPts val="0"/>
              </a:spcAft>
              <a:buSzPts val="1800"/>
              <a:buNone/>
              <a:defRPr sz="1800"/>
            </a:lvl4pPr>
            <a:lvl5pPr lvl="4" algn="l">
              <a:lnSpc>
                <a:spcPct val="115000"/>
              </a:lnSpc>
              <a:spcBef>
                <a:spcPts val="0"/>
              </a:spcBef>
              <a:spcAft>
                <a:spcPts val="0"/>
              </a:spcAft>
              <a:buSzPts val="1800"/>
              <a:buNone/>
              <a:defRPr sz="1800"/>
            </a:lvl5pPr>
            <a:lvl6pPr lvl="5" algn="l">
              <a:lnSpc>
                <a:spcPct val="115000"/>
              </a:lnSpc>
              <a:spcBef>
                <a:spcPts val="0"/>
              </a:spcBef>
              <a:spcAft>
                <a:spcPts val="0"/>
              </a:spcAft>
              <a:buSzPts val="1800"/>
              <a:buNone/>
              <a:defRPr sz="1800"/>
            </a:lvl6pPr>
            <a:lvl7pPr lvl="6" algn="l">
              <a:lnSpc>
                <a:spcPct val="115000"/>
              </a:lnSpc>
              <a:spcBef>
                <a:spcPts val="0"/>
              </a:spcBef>
              <a:spcAft>
                <a:spcPts val="0"/>
              </a:spcAft>
              <a:buSzPts val="1800"/>
              <a:buNone/>
              <a:defRPr sz="1800"/>
            </a:lvl7pPr>
            <a:lvl8pPr lvl="7" algn="l">
              <a:lnSpc>
                <a:spcPct val="115000"/>
              </a:lnSpc>
              <a:spcBef>
                <a:spcPts val="0"/>
              </a:spcBef>
              <a:spcAft>
                <a:spcPts val="0"/>
              </a:spcAft>
              <a:buSzPts val="1800"/>
              <a:buNone/>
              <a:defRPr sz="1800"/>
            </a:lvl8pPr>
            <a:lvl9pPr lvl="8" algn="l">
              <a:lnSpc>
                <a:spcPct val="115000"/>
              </a:lnSpc>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1" name="Shape 451"/>
        <p:cNvGrpSpPr/>
        <p:nvPr/>
      </p:nvGrpSpPr>
      <p:grpSpPr>
        <a:xfrm>
          <a:off x="0" y="0"/>
          <a:ext cx="0" cy="0"/>
          <a:chOff x="0" y="0"/>
          <a:chExt cx="0" cy="0"/>
        </a:xfrm>
      </p:grpSpPr>
      <p:sp>
        <p:nvSpPr>
          <p:cNvPr id="452" name="Google Shape;452;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3" name="Shape 453"/>
        <p:cNvGrpSpPr/>
        <p:nvPr/>
      </p:nvGrpSpPr>
      <p:grpSpPr>
        <a:xfrm>
          <a:off x="0" y="0"/>
          <a:ext cx="0" cy="0"/>
          <a:chOff x="0" y="0"/>
          <a:chExt cx="0" cy="0"/>
        </a:xfrm>
      </p:grpSpPr>
      <p:sp>
        <p:nvSpPr>
          <p:cNvPr id="454" name="Google Shape;454;p66"/>
          <p:cNvSpPr/>
          <p:nvPr>
            <p:ph idx="2" type="pic"/>
          </p:nvPr>
        </p:nvSpPr>
        <p:spPr>
          <a:xfrm>
            <a:off x="3389600" y="118913"/>
            <a:ext cx="1643700" cy="1535100"/>
          </a:xfrm>
          <a:prstGeom prst="rect">
            <a:avLst/>
          </a:prstGeom>
          <a:noFill/>
          <a:ln>
            <a:noFill/>
          </a:ln>
        </p:spPr>
      </p:sp>
      <p:sp>
        <p:nvSpPr>
          <p:cNvPr id="455" name="Google Shape;455;p66"/>
          <p:cNvSpPr/>
          <p:nvPr>
            <p:ph idx="3" type="pic"/>
          </p:nvPr>
        </p:nvSpPr>
        <p:spPr>
          <a:xfrm>
            <a:off x="5195935" y="118913"/>
            <a:ext cx="1643700" cy="1535100"/>
          </a:xfrm>
          <a:prstGeom prst="rect">
            <a:avLst/>
          </a:prstGeom>
          <a:noFill/>
          <a:ln>
            <a:noFill/>
          </a:ln>
        </p:spPr>
      </p:sp>
      <p:sp>
        <p:nvSpPr>
          <p:cNvPr id="456" name="Google Shape;456;p66"/>
          <p:cNvSpPr/>
          <p:nvPr>
            <p:ph idx="4" type="pic"/>
          </p:nvPr>
        </p:nvSpPr>
        <p:spPr>
          <a:xfrm>
            <a:off x="7002270" y="118913"/>
            <a:ext cx="1643700" cy="1535100"/>
          </a:xfrm>
          <a:prstGeom prst="rect">
            <a:avLst/>
          </a:prstGeom>
          <a:noFill/>
          <a:ln>
            <a:noFill/>
          </a:ln>
        </p:spPr>
      </p:sp>
      <p:sp>
        <p:nvSpPr>
          <p:cNvPr id="457" name="Google Shape;457;p66"/>
          <p:cNvSpPr/>
          <p:nvPr>
            <p:ph idx="5" type="pic"/>
          </p:nvPr>
        </p:nvSpPr>
        <p:spPr>
          <a:xfrm>
            <a:off x="3389588" y="1804212"/>
            <a:ext cx="1643700" cy="1535100"/>
          </a:xfrm>
          <a:prstGeom prst="rect">
            <a:avLst/>
          </a:prstGeom>
          <a:noFill/>
          <a:ln>
            <a:noFill/>
          </a:ln>
        </p:spPr>
      </p:sp>
      <p:sp>
        <p:nvSpPr>
          <p:cNvPr id="458" name="Google Shape;458;p66"/>
          <p:cNvSpPr/>
          <p:nvPr>
            <p:ph idx="6" type="pic"/>
          </p:nvPr>
        </p:nvSpPr>
        <p:spPr>
          <a:xfrm>
            <a:off x="5195922" y="1804212"/>
            <a:ext cx="1643700" cy="1535100"/>
          </a:xfrm>
          <a:prstGeom prst="rect">
            <a:avLst/>
          </a:prstGeom>
          <a:noFill/>
          <a:ln>
            <a:noFill/>
          </a:ln>
        </p:spPr>
      </p:sp>
      <p:sp>
        <p:nvSpPr>
          <p:cNvPr id="459" name="Google Shape;459;p66"/>
          <p:cNvSpPr/>
          <p:nvPr>
            <p:ph idx="7" type="pic"/>
          </p:nvPr>
        </p:nvSpPr>
        <p:spPr>
          <a:xfrm>
            <a:off x="7002257" y="1804212"/>
            <a:ext cx="1643700" cy="1535100"/>
          </a:xfrm>
          <a:prstGeom prst="rect">
            <a:avLst/>
          </a:prstGeom>
          <a:noFill/>
          <a:ln>
            <a:noFill/>
          </a:ln>
        </p:spPr>
      </p:sp>
      <p:sp>
        <p:nvSpPr>
          <p:cNvPr id="460" name="Google Shape;460;p66"/>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1" name="Google Shape;461;p66"/>
          <p:cNvSpPr/>
          <p:nvPr>
            <p:ph idx="8" type="pic"/>
          </p:nvPr>
        </p:nvSpPr>
        <p:spPr>
          <a:xfrm>
            <a:off x="3389588" y="3489487"/>
            <a:ext cx="1643700" cy="1535100"/>
          </a:xfrm>
          <a:prstGeom prst="rect">
            <a:avLst/>
          </a:prstGeom>
          <a:noFill/>
          <a:ln>
            <a:noFill/>
          </a:ln>
        </p:spPr>
      </p:sp>
      <p:sp>
        <p:nvSpPr>
          <p:cNvPr id="462" name="Google Shape;462;p66"/>
          <p:cNvSpPr/>
          <p:nvPr>
            <p:ph idx="9" type="pic"/>
          </p:nvPr>
        </p:nvSpPr>
        <p:spPr>
          <a:xfrm>
            <a:off x="5195922" y="3489487"/>
            <a:ext cx="1643700" cy="1535100"/>
          </a:xfrm>
          <a:prstGeom prst="rect">
            <a:avLst/>
          </a:prstGeom>
          <a:noFill/>
          <a:ln>
            <a:noFill/>
          </a:ln>
        </p:spPr>
      </p:sp>
      <p:sp>
        <p:nvSpPr>
          <p:cNvPr id="463" name="Google Shape;463;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marR="0" rtl="0" algn="l">
              <a:lnSpc>
                <a:spcPct val="115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1pPr>
            <a:lvl2pPr indent="-304800" lvl="1" marL="9144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2pPr>
            <a:lvl3pPr indent="-304800" lvl="2" marL="13716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3pPr>
            <a:lvl4pPr indent="-304800" lvl="3" marL="18288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4pPr>
            <a:lvl5pPr indent="-304800" lvl="4" marL="22860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5pPr>
            <a:lvl6pPr indent="-304800" lvl="5" marL="27432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6pPr>
            <a:lvl7pPr indent="-304800" lvl="6" marL="32004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7pPr>
            <a:lvl8pPr indent="-304800" lvl="7" marL="3657600" marR="0" rtl="0" algn="l">
              <a:lnSpc>
                <a:spcPct val="115000"/>
              </a:lnSpc>
              <a:spcBef>
                <a:spcPts val="80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8pPr>
            <a:lvl9pPr indent="-304800" lvl="8" marL="4114800" marR="0" rtl="0" algn="l">
              <a:lnSpc>
                <a:spcPct val="115000"/>
              </a:lnSpc>
              <a:spcBef>
                <a:spcPts val="800"/>
              </a:spcBef>
              <a:spcAft>
                <a:spcPts val="80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9pPr>
          </a:lstStyle>
          <a:p/>
        </p:txBody>
      </p:sp>
      <p:sp>
        <p:nvSpPr>
          <p:cNvPr id="7" name="Google Shape;7;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3000"/>
              <a:buFont typeface="Newsreader"/>
              <a:buNone/>
              <a:defRPr b="0" i="0" sz="3000" u="none" cap="none" strike="noStrike">
                <a:solidFill>
                  <a:schemeClr val="lt1"/>
                </a:solidFill>
                <a:latin typeface="Newsreader"/>
                <a:ea typeface="Newsreader"/>
                <a:cs typeface="Newsreader"/>
                <a:sym typeface="Newsreader"/>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1pPr>
            <a:lvl2pPr indent="-304800" lvl="1" marL="9144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2pPr>
            <a:lvl3pPr indent="-304800" lvl="2" marL="13716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3pPr>
            <a:lvl4pPr indent="-304800" lvl="3" marL="18288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4pPr>
            <a:lvl5pPr indent="-304800" lvl="4" marL="22860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5pPr>
            <a:lvl6pPr indent="-304800" lvl="5" marL="27432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6pPr>
            <a:lvl7pPr indent="-304800" lvl="6" marL="32004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7pPr>
            <a:lvl8pPr indent="-304800" lvl="7" marL="36576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8pPr>
            <a:lvl9pPr indent="-304800" lvl="8" marL="4114800" marR="0" rtl="0" algn="l">
              <a:lnSpc>
                <a:spcPct val="100000"/>
              </a:lnSpc>
              <a:spcBef>
                <a:spcPts val="0"/>
              </a:spcBef>
              <a:spcAft>
                <a:spcPts val="0"/>
              </a:spcAft>
              <a:buClr>
                <a:schemeClr val="lt1"/>
              </a:buClr>
              <a:buSzPts val="1200"/>
              <a:buFont typeface="DM Sans"/>
              <a:buChar char="■"/>
              <a:defRPr b="0" i="0" sz="1200" u="none" cap="none" strike="noStrike">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467" name="Shape 467"/>
        <p:cNvGrpSpPr/>
        <p:nvPr/>
      </p:nvGrpSpPr>
      <p:grpSpPr>
        <a:xfrm>
          <a:off x="0" y="0"/>
          <a:ext cx="0" cy="0"/>
          <a:chOff x="0" y="0"/>
          <a:chExt cx="0" cy="0"/>
        </a:xfrm>
      </p:grpSpPr>
      <p:sp>
        <p:nvSpPr>
          <p:cNvPr id="468" name="Google Shape;468;p1"/>
          <p:cNvSpPr txBox="1"/>
          <p:nvPr/>
        </p:nvSpPr>
        <p:spPr>
          <a:xfrm>
            <a:off x="685800" y="824525"/>
            <a:ext cx="7866300" cy="3171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5900"/>
              <a:buFont typeface="Arial"/>
              <a:buNone/>
            </a:pPr>
            <a:r>
              <a:rPr b="1" i="0" lang="en" sz="5900" u="none" cap="none" strike="noStrike">
                <a:solidFill>
                  <a:srgbClr val="000000"/>
                </a:solidFill>
                <a:latin typeface="Arial"/>
                <a:ea typeface="Arial"/>
                <a:cs typeface="Arial"/>
                <a:sym typeface="Arial"/>
              </a:rPr>
              <a:t>Marketplace Revenue Leakage &amp; Gap Analysis using SQL</a:t>
            </a:r>
            <a:endParaRPr b="1" i="0" sz="5900" u="none" cap="none" strike="noStrike">
              <a:solidFill>
                <a:schemeClr val="lt1"/>
              </a:solidFill>
              <a:latin typeface="Archivo Black"/>
              <a:ea typeface="Archivo Black"/>
              <a:cs typeface="Archivo Black"/>
              <a:sym typeface="Archiv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472" name="Shape 472"/>
        <p:cNvGrpSpPr/>
        <p:nvPr/>
      </p:nvGrpSpPr>
      <p:grpSpPr>
        <a:xfrm>
          <a:off x="0" y="0"/>
          <a:ext cx="0" cy="0"/>
          <a:chOff x="0" y="0"/>
          <a:chExt cx="0" cy="0"/>
        </a:xfrm>
      </p:grpSpPr>
      <p:sp>
        <p:nvSpPr>
          <p:cNvPr id="473" name="Google Shape;473;p2"/>
          <p:cNvSpPr txBox="1"/>
          <p:nvPr/>
        </p:nvSpPr>
        <p:spPr>
          <a:xfrm>
            <a:off x="2102850" y="207600"/>
            <a:ext cx="49383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1</a:t>
            </a:r>
            <a:r>
              <a:rPr b="0" i="0" lang="en" sz="2400" u="none" cap="none" strike="noStrike">
                <a:solidFill>
                  <a:srgbClr val="000000"/>
                </a:solidFill>
                <a:latin typeface="Playfair Display Black"/>
                <a:ea typeface="Playfair Display Black"/>
                <a:cs typeface="Playfair Display Black"/>
                <a:sym typeface="Playfair Display Black"/>
              </a:rPr>
              <a:t> - Revenue vs Profit Reality</a:t>
            </a:r>
            <a:endParaRPr b="0" i="0" sz="2400" u="none" cap="none" strike="noStrike">
              <a:solidFill>
                <a:srgbClr val="000000"/>
              </a:solidFill>
              <a:latin typeface="Playfair Display Black"/>
              <a:ea typeface="Playfair Display Black"/>
              <a:cs typeface="Playfair Display Black"/>
              <a:sym typeface="Playfair Display Black"/>
            </a:endParaRPr>
          </a:p>
        </p:txBody>
      </p:sp>
      <p:sp>
        <p:nvSpPr>
          <p:cNvPr id="474" name="Google Shape;474;p2"/>
          <p:cNvSpPr txBox="1"/>
          <p:nvPr/>
        </p:nvSpPr>
        <p:spPr>
          <a:xfrm>
            <a:off x="3839250" y="786000"/>
            <a:ext cx="5118300" cy="199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business is clearly profitable and not just generating sales.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Profit is 52.6% of revenue</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Cost is only 47.4% of revenue</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This means: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Strong pricing power</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Healthy margins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Good cost control</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200"/>
              <a:buFont typeface="Arial"/>
              <a:buNone/>
            </a:pPr>
            <a:r>
              <a:t/>
            </a:r>
            <a:endParaRPr b="0" i="0" sz="1200" u="none" cap="none" strike="noStrike">
              <a:solidFill>
                <a:schemeClr val="lt1"/>
              </a:solidFill>
              <a:latin typeface="DM Sans"/>
              <a:ea typeface="DM Sans"/>
              <a:cs typeface="DM Sans"/>
              <a:sym typeface="DM Sans"/>
            </a:endParaRPr>
          </a:p>
        </p:txBody>
      </p:sp>
      <p:pic>
        <p:nvPicPr>
          <p:cNvPr id="475" name="Google Shape;475;p2"/>
          <p:cNvPicPr preferRelativeResize="0"/>
          <p:nvPr/>
        </p:nvPicPr>
        <p:blipFill rotWithShape="1">
          <a:blip r:embed="rId3">
            <a:alphaModFix/>
          </a:blip>
          <a:srcRect b="0" l="2543" r="1845" t="9272"/>
          <a:stretch/>
        </p:blipFill>
        <p:spPr>
          <a:xfrm>
            <a:off x="463625" y="1212400"/>
            <a:ext cx="2691025" cy="535775"/>
          </a:xfrm>
          <a:prstGeom prst="rect">
            <a:avLst/>
          </a:prstGeom>
          <a:noFill/>
          <a:ln>
            <a:noFill/>
          </a:ln>
        </p:spPr>
      </p:pic>
      <p:sp>
        <p:nvSpPr>
          <p:cNvPr id="476" name="Google Shape;476;p2"/>
          <p:cNvSpPr txBox="1"/>
          <p:nvPr/>
        </p:nvSpPr>
        <p:spPr>
          <a:xfrm>
            <a:off x="1796400" y="2900988"/>
            <a:ext cx="55512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2</a:t>
            </a:r>
            <a:r>
              <a:rPr b="0" i="0" lang="en" sz="2400" u="none" cap="none" strike="noStrike">
                <a:solidFill>
                  <a:srgbClr val="000000"/>
                </a:solidFill>
                <a:latin typeface="Playfair Display Black"/>
                <a:ea typeface="Playfair Display Black"/>
                <a:cs typeface="Playfair Display Black"/>
                <a:sym typeface="Playfair Display Black"/>
              </a:rPr>
              <a:t> - Category-wise Sales &amp; Profit</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477" name="Google Shape;477;p2"/>
          <p:cNvPicPr preferRelativeResize="0"/>
          <p:nvPr/>
        </p:nvPicPr>
        <p:blipFill rotWithShape="1">
          <a:blip r:embed="rId4">
            <a:alphaModFix/>
          </a:blip>
          <a:srcRect b="0" l="1633" r="0" t="0"/>
          <a:stretch/>
        </p:blipFill>
        <p:spPr>
          <a:xfrm>
            <a:off x="213800" y="3578075"/>
            <a:ext cx="3190675" cy="1390000"/>
          </a:xfrm>
          <a:prstGeom prst="rect">
            <a:avLst/>
          </a:prstGeom>
          <a:noFill/>
          <a:ln>
            <a:noFill/>
          </a:ln>
        </p:spPr>
      </p:pic>
      <p:sp>
        <p:nvSpPr>
          <p:cNvPr id="478" name="Google Shape;478;p2"/>
          <p:cNvSpPr txBox="1"/>
          <p:nvPr/>
        </p:nvSpPr>
        <p:spPr>
          <a:xfrm>
            <a:off x="3515700" y="3578075"/>
            <a:ext cx="5551200" cy="124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1) Categories that truly contribute to business success: </a:t>
            </a:r>
            <a:r>
              <a:rPr b="1" i="0" lang="en" sz="1200" u="none" cap="none" strike="noStrike">
                <a:solidFill>
                  <a:srgbClr val="000000"/>
                </a:solidFill>
                <a:latin typeface="Arial"/>
                <a:ea typeface="Arial"/>
                <a:cs typeface="Arial"/>
                <a:sym typeface="Arial"/>
              </a:rPr>
              <a:t>Electronics</a:t>
            </a:r>
            <a:r>
              <a:rPr b="0" i="0" lang="en" sz="1200" u="none" cap="none" strike="noStrike">
                <a:solidFill>
                  <a:srgbClr val="000000"/>
                </a:solidFill>
                <a:latin typeface="Arial"/>
                <a:ea typeface="Arial"/>
                <a:cs typeface="Arial"/>
                <a:sym typeface="Arial"/>
              </a:rPr>
              <a:t>, </a:t>
            </a:r>
            <a:r>
              <a:rPr b="1" i="0" lang="en" sz="1200" u="none" cap="none" strike="noStrike">
                <a:solidFill>
                  <a:srgbClr val="000000"/>
                </a:solidFill>
                <a:latin typeface="Arial"/>
                <a:ea typeface="Arial"/>
                <a:cs typeface="Arial"/>
                <a:sym typeface="Arial"/>
              </a:rPr>
              <a:t>Home</a:t>
            </a:r>
            <a:r>
              <a:rPr b="0" i="0" lang="en" sz="1200" u="none" cap="none" strike="noStrike">
                <a:solidFill>
                  <a:srgbClr val="000000"/>
                </a:solidFill>
                <a:latin typeface="Arial"/>
                <a:ea typeface="Arial"/>
                <a:cs typeface="Arial"/>
                <a:sym typeface="Arial"/>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    Grocery</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2) Categories with high sales but low profit: </a:t>
            </a:r>
            <a:r>
              <a:rPr b="1" i="0" lang="en" sz="1200" u="none" cap="none" strike="noStrike">
                <a:solidFill>
                  <a:srgbClr val="000000"/>
                </a:solidFill>
                <a:latin typeface="Arial"/>
                <a:ea typeface="Arial"/>
                <a:cs typeface="Arial"/>
                <a:sym typeface="Arial"/>
              </a:rPr>
              <a:t>Fashion, Unknown</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3) Categories with lower sales but strong margins: </a:t>
            </a:r>
            <a:r>
              <a:rPr b="1" i="0" lang="en" sz="1200" u="none" cap="none" strike="noStrike">
                <a:solidFill>
                  <a:srgbClr val="000000"/>
                </a:solidFill>
                <a:latin typeface="Arial"/>
                <a:ea typeface="Arial"/>
                <a:cs typeface="Arial"/>
                <a:sym typeface="Arial"/>
              </a:rPr>
              <a:t>Beauty</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482" name="Shape 482"/>
        <p:cNvGrpSpPr/>
        <p:nvPr/>
      </p:nvGrpSpPr>
      <p:grpSpPr>
        <a:xfrm>
          <a:off x="0" y="0"/>
          <a:ext cx="0" cy="0"/>
          <a:chOff x="0" y="0"/>
          <a:chExt cx="0" cy="0"/>
        </a:xfrm>
      </p:grpSpPr>
      <p:sp>
        <p:nvSpPr>
          <p:cNvPr id="483" name="Google Shape;483;p3"/>
          <p:cNvSpPr txBox="1"/>
          <p:nvPr/>
        </p:nvSpPr>
        <p:spPr>
          <a:xfrm>
            <a:off x="1994100" y="142250"/>
            <a:ext cx="49587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3</a:t>
            </a:r>
            <a:r>
              <a:rPr b="0" i="0" lang="en" sz="2400" u="none" cap="none" strike="noStrike">
                <a:solidFill>
                  <a:srgbClr val="000000"/>
                </a:solidFill>
                <a:latin typeface="Playfair Display Black"/>
                <a:ea typeface="Playfair Display Black"/>
                <a:cs typeface="Playfair Display Black"/>
                <a:sym typeface="Playfair Display Black"/>
              </a:rPr>
              <a:t> - Loss-Making Products </a:t>
            </a:r>
            <a:endParaRPr b="0" i="0" sz="2400" u="none" cap="none" strike="noStrike">
              <a:solidFill>
                <a:srgbClr val="000000"/>
              </a:solidFill>
              <a:latin typeface="Playfair Display Black"/>
              <a:ea typeface="Playfair Display Black"/>
              <a:cs typeface="Playfair Display Black"/>
              <a:sym typeface="Playfair Display Black"/>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Playfair Display Black"/>
              <a:ea typeface="Playfair Display Black"/>
              <a:cs typeface="Playfair Display Black"/>
              <a:sym typeface="Playfair Display Black"/>
            </a:endParaRPr>
          </a:p>
        </p:txBody>
      </p:sp>
      <p:sp>
        <p:nvSpPr>
          <p:cNvPr id="484" name="Google Shape;484;p3"/>
          <p:cNvSpPr txBox="1"/>
          <p:nvPr/>
        </p:nvSpPr>
        <p:spPr>
          <a:xfrm>
            <a:off x="3178350" y="1066100"/>
            <a:ext cx="5622000" cy="3554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Severe Loss Contributors (High Revenue, Even Higher Cost) like product 1661, 1478</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These products are selling well but still losing money</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Indicates:</a:t>
            </a:r>
            <a:endParaRPr b="0"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Pricing is too low</a:t>
            </a:r>
            <a:endParaRPr b="0"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Cost price is too high</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Action:</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Immediate repricing</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Supplier negotiation (reduce cost)</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Check if heavy discounting is applied</a:t>
            </a:r>
            <a:endParaRPr b="0" i="0" sz="1200" u="none" cap="none" strike="noStrike">
              <a:solidFill>
                <a:srgbClr val="000000"/>
              </a:solidFill>
              <a:latin typeface="Arial"/>
              <a:ea typeface="Arial"/>
              <a:cs typeface="Arial"/>
              <a:sym typeface="Arial"/>
            </a:endParaRPr>
          </a:p>
          <a:p>
            <a:pPr indent="0" lvl="0" marL="457200" marR="0" rtl="0" algn="l">
              <a:lnSpc>
                <a:spcPct val="150000"/>
              </a:lnSpc>
              <a:spcBef>
                <a:spcPts val="120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485" name="Google Shape;485;p3"/>
          <p:cNvPicPr preferRelativeResize="0"/>
          <p:nvPr/>
        </p:nvPicPr>
        <p:blipFill rotWithShape="1">
          <a:blip r:embed="rId3">
            <a:alphaModFix/>
          </a:blip>
          <a:srcRect b="0" l="0" r="0" t="0"/>
          <a:stretch/>
        </p:blipFill>
        <p:spPr>
          <a:xfrm>
            <a:off x="152400" y="873050"/>
            <a:ext cx="2455904" cy="41180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489" name="Shape 489"/>
        <p:cNvGrpSpPr/>
        <p:nvPr/>
      </p:nvGrpSpPr>
      <p:grpSpPr>
        <a:xfrm>
          <a:off x="0" y="0"/>
          <a:ext cx="0" cy="0"/>
          <a:chOff x="0" y="0"/>
          <a:chExt cx="0" cy="0"/>
        </a:xfrm>
      </p:grpSpPr>
      <p:sp>
        <p:nvSpPr>
          <p:cNvPr id="490" name="Google Shape;490;p4"/>
          <p:cNvSpPr txBox="1"/>
          <p:nvPr/>
        </p:nvSpPr>
        <p:spPr>
          <a:xfrm>
            <a:off x="713400" y="15212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4</a:t>
            </a:r>
            <a:r>
              <a:rPr b="0" i="0" lang="en" sz="2400" u="none" cap="none" strike="noStrike">
                <a:solidFill>
                  <a:srgbClr val="000000"/>
                </a:solidFill>
                <a:latin typeface="Playfair Display Black"/>
                <a:ea typeface="Playfair Display Black"/>
                <a:cs typeface="Playfair Display Black"/>
                <a:sym typeface="Playfair Display Black"/>
              </a:rPr>
              <a:t> - Discount Usage Overview</a:t>
            </a:r>
            <a:endParaRPr b="0" i="0" sz="2400" u="none" cap="none" strike="noStrike">
              <a:solidFill>
                <a:srgbClr val="000000"/>
              </a:solidFill>
              <a:latin typeface="Playfair Display Black"/>
              <a:ea typeface="Playfair Display Black"/>
              <a:cs typeface="Playfair Display Black"/>
              <a:sym typeface="Playfair Display Black"/>
            </a:endParaRPr>
          </a:p>
        </p:txBody>
      </p:sp>
      <p:sp>
        <p:nvSpPr>
          <p:cNvPr id="491" name="Google Shape;491;p4"/>
          <p:cNvSpPr txBox="1"/>
          <p:nvPr/>
        </p:nvSpPr>
        <p:spPr>
          <a:xfrm>
            <a:off x="389850" y="2442950"/>
            <a:ext cx="7855500" cy="2481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1. Discounts are used frequently (not occasional)</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898 discounted orders indicate that a </a:t>
            </a:r>
            <a:r>
              <a:rPr b="1" i="0" lang="en" sz="1200" u="none" cap="none" strike="noStrike">
                <a:solidFill>
                  <a:srgbClr val="000000"/>
                </a:solidFill>
                <a:latin typeface="Arial"/>
                <a:ea typeface="Arial"/>
                <a:cs typeface="Arial"/>
                <a:sym typeface="Arial"/>
              </a:rPr>
              <a:t>significant portion of transactions rely on discounts</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This suggests discounts are </a:t>
            </a:r>
            <a:r>
              <a:rPr b="1" i="0" lang="en" sz="1200" u="none" cap="none" strike="noStrike">
                <a:solidFill>
                  <a:srgbClr val="000000"/>
                </a:solidFill>
                <a:latin typeface="Arial"/>
                <a:ea typeface="Arial"/>
                <a:cs typeface="Arial"/>
                <a:sym typeface="Arial"/>
              </a:rPr>
              <a:t>not just promotional</a:t>
            </a:r>
            <a:r>
              <a:rPr b="0" i="0" lang="en" sz="1200" u="none" cap="none" strike="noStrike">
                <a:solidFill>
                  <a:srgbClr val="000000"/>
                </a:solidFill>
                <a:latin typeface="Arial"/>
                <a:ea typeface="Arial"/>
                <a:cs typeface="Arial"/>
                <a:sym typeface="Arial"/>
              </a:rPr>
              <a:t>, but likely part of the </a:t>
            </a:r>
            <a:r>
              <a:rPr b="1" i="0" lang="en" sz="1200" u="none" cap="none" strike="noStrike">
                <a:solidFill>
                  <a:srgbClr val="000000"/>
                </a:solidFill>
                <a:latin typeface="Arial"/>
                <a:ea typeface="Arial"/>
                <a:cs typeface="Arial"/>
                <a:sym typeface="Arial"/>
              </a:rPr>
              <a:t>core sales strategy</a:t>
            </a:r>
            <a:endParaRPr b="1" i="0" sz="1200" u="none" cap="none" strike="noStrike">
              <a:solidFill>
                <a:srgbClr val="000000"/>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2. High total discount value → Aggressive discounting</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6.7L+ in discounts is substantial</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Indicates the business is </a:t>
            </a:r>
            <a:r>
              <a:rPr b="1" i="0" lang="en" sz="1200" u="none" cap="none" strike="noStrike">
                <a:solidFill>
                  <a:srgbClr val="000000"/>
                </a:solidFill>
                <a:latin typeface="Arial"/>
                <a:ea typeface="Arial"/>
                <a:cs typeface="Arial"/>
                <a:sym typeface="Arial"/>
              </a:rPr>
              <a:t>giving away a large portion of potential revenue</a:t>
            </a:r>
            <a:endParaRPr b="1" i="0" sz="12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1" i="0" sz="1200" u="none" cap="none" strike="noStrike">
              <a:solidFill>
                <a:schemeClr val="lt1"/>
              </a:solidFill>
              <a:latin typeface="DM Sans"/>
              <a:ea typeface="DM Sans"/>
              <a:cs typeface="DM Sans"/>
              <a:sym typeface="DM Sans"/>
            </a:endParaRPr>
          </a:p>
          <a:p>
            <a:pPr indent="228600" lvl="0" marL="0" marR="0" rtl="0" algn="l">
              <a:lnSpc>
                <a:spcPct val="115000"/>
              </a:lnSpc>
              <a:spcBef>
                <a:spcPts val="0"/>
              </a:spcBef>
              <a:spcAft>
                <a:spcPts val="1000"/>
              </a:spcAft>
              <a:buClr>
                <a:srgbClr val="000000"/>
              </a:buClr>
              <a:buSzPts val="1100"/>
              <a:buFont typeface="Arial"/>
              <a:buNone/>
            </a:pPr>
            <a:r>
              <a:t/>
            </a:r>
            <a:endParaRPr b="1" i="0" sz="1100" u="none" cap="none" strike="noStrike">
              <a:solidFill>
                <a:srgbClr val="000000"/>
              </a:solidFill>
              <a:latin typeface="Arial"/>
              <a:ea typeface="Arial"/>
              <a:cs typeface="Arial"/>
              <a:sym typeface="Arial"/>
            </a:endParaRPr>
          </a:p>
        </p:txBody>
      </p:sp>
      <p:pic>
        <p:nvPicPr>
          <p:cNvPr id="492" name="Google Shape;492;p4"/>
          <p:cNvPicPr preferRelativeResize="0"/>
          <p:nvPr/>
        </p:nvPicPr>
        <p:blipFill rotWithShape="1">
          <a:blip r:embed="rId3">
            <a:alphaModFix/>
          </a:blip>
          <a:srcRect b="0" l="0" r="0" t="0"/>
          <a:stretch/>
        </p:blipFill>
        <p:spPr>
          <a:xfrm>
            <a:off x="1915708" y="1066100"/>
            <a:ext cx="4942875" cy="904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496" name="Shape 496"/>
        <p:cNvGrpSpPr/>
        <p:nvPr/>
      </p:nvGrpSpPr>
      <p:grpSpPr>
        <a:xfrm>
          <a:off x="0" y="0"/>
          <a:ext cx="0" cy="0"/>
          <a:chOff x="0" y="0"/>
          <a:chExt cx="0" cy="0"/>
        </a:xfrm>
      </p:grpSpPr>
      <p:sp>
        <p:nvSpPr>
          <p:cNvPr id="497" name="Google Shape;497;p5"/>
          <p:cNvSpPr txBox="1"/>
          <p:nvPr/>
        </p:nvSpPr>
        <p:spPr>
          <a:xfrm>
            <a:off x="713400" y="15212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5</a:t>
            </a:r>
            <a:r>
              <a:rPr b="0" i="0" lang="en" sz="2400" u="none" cap="none" strike="noStrike">
                <a:solidFill>
                  <a:srgbClr val="000000"/>
                </a:solidFill>
                <a:latin typeface="Playfair Display Black"/>
                <a:ea typeface="Playfair Display Black"/>
                <a:cs typeface="Playfair Display Black"/>
                <a:sym typeface="Playfair Display Black"/>
              </a:rPr>
              <a:t> - Payment Method Popularity </a:t>
            </a:r>
            <a:endParaRPr b="0" i="0" sz="2400" u="none" cap="none" strike="noStrike">
              <a:solidFill>
                <a:srgbClr val="000000"/>
              </a:solidFill>
              <a:latin typeface="Playfair Display Black"/>
              <a:ea typeface="Playfair Display Black"/>
              <a:cs typeface="Playfair Display Black"/>
              <a:sym typeface="Playfair Display Black"/>
            </a:endParaRPr>
          </a:p>
        </p:txBody>
      </p:sp>
      <p:sp>
        <p:nvSpPr>
          <p:cNvPr id="498" name="Google Shape;498;p5"/>
          <p:cNvSpPr txBox="1"/>
          <p:nvPr/>
        </p:nvSpPr>
        <p:spPr>
          <a:xfrm>
            <a:off x="4913250" y="983550"/>
            <a:ext cx="3779100" cy="15882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Digital payments dominate (UPI + Card)</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Promote UPI as primary payment method</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Use card offers for premium customers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Gradually reduce COD dependency</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Boost wallet adoption via incentives</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200"/>
              <a:buFont typeface="Arial"/>
              <a:buNone/>
            </a:pPr>
            <a:r>
              <a:t/>
            </a:r>
            <a:endParaRPr b="1" i="0" sz="1200" u="none" cap="none" strike="noStrike">
              <a:solidFill>
                <a:schemeClr val="lt1"/>
              </a:solidFill>
              <a:latin typeface="DM Sans"/>
              <a:ea typeface="DM Sans"/>
              <a:cs typeface="DM Sans"/>
              <a:sym typeface="DM Sans"/>
            </a:endParaRPr>
          </a:p>
        </p:txBody>
      </p:sp>
      <p:pic>
        <p:nvPicPr>
          <p:cNvPr id="499" name="Google Shape;499;p5"/>
          <p:cNvPicPr preferRelativeResize="0"/>
          <p:nvPr/>
        </p:nvPicPr>
        <p:blipFill rotWithShape="1">
          <a:blip r:embed="rId3">
            <a:alphaModFix/>
          </a:blip>
          <a:srcRect b="0" l="0" r="0" t="0"/>
          <a:stretch/>
        </p:blipFill>
        <p:spPr>
          <a:xfrm>
            <a:off x="565300" y="1066100"/>
            <a:ext cx="2971800" cy="1066800"/>
          </a:xfrm>
          <a:prstGeom prst="rect">
            <a:avLst/>
          </a:prstGeom>
          <a:noFill/>
          <a:ln>
            <a:noFill/>
          </a:ln>
        </p:spPr>
      </p:pic>
      <p:sp>
        <p:nvSpPr>
          <p:cNvPr id="500" name="Google Shape;500;p5"/>
          <p:cNvSpPr txBox="1"/>
          <p:nvPr/>
        </p:nvSpPr>
        <p:spPr>
          <a:xfrm>
            <a:off x="713400" y="246847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6</a:t>
            </a:r>
            <a:r>
              <a:rPr b="0" i="0" lang="en" sz="2400" u="none" cap="none" strike="noStrike">
                <a:solidFill>
                  <a:srgbClr val="000000"/>
                </a:solidFill>
                <a:latin typeface="Playfair Display Black"/>
                <a:ea typeface="Playfair Display Black"/>
                <a:cs typeface="Playfair Display Black"/>
                <a:sym typeface="Playfair Display Black"/>
              </a:rPr>
              <a:t> - Discount vs Profit Gap </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501" name="Google Shape;501;p5"/>
          <p:cNvPicPr preferRelativeResize="0"/>
          <p:nvPr/>
        </p:nvPicPr>
        <p:blipFill rotWithShape="1">
          <a:blip r:embed="rId4">
            <a:alphaModFix/>
          </a:blip>
          <a:srcRect b="0" l="0" r="0" t="0"/>
          <a:stretch/>
        </p:blipFill>
        <p:spPr>
          <a:xfrm>
            <a:off x="334063" y="3382450"/>
            <a:ext cx="3434275" cy="909075"/>
          </a:xfrm>
          <a:prstGeom prst="rect">
            <a:avLst/>
          </a:prstGeom>
          <a:noFill/>
          <a:ln>
            <a:noFill/>
          </a:ln>
        </p:spPr>
      </p:pic>
      <p:sp>
        <p:nvSpPr>
          <p:cNvPr id="502" name="Google Shape;502;p5"/>
          <p:cNvSpPr txBox="1"/>
          <p:nvPr/>
        </p:nvSpPr>
        <p:spPr>
          <a:xfrm>
            <a:off x="4154450" y="3382450"/>
            <a:ext cx="4780500" cy="11358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Profit drops significantly when discounts are applied</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This clearly shows discounts are </a:t>
            </a:r>
            <a:r>
              <a:rPr b="1" i="0" lang="en" sz="1200" u="none" cap="none" strike="noStrike">
                <a:solidFill>
                  <a:srgbClr val="000000"/>
                </a:solidFill>
                <a:latin typeface="Arial"/>
                <a:ea typeface="Arial"/>
                <a:cs typeface="Arial"/>
                <a:sym typeface="Arial"/>
              </a:rPr>
              <a:t>reducing margins</a:t>
            </a:r>
            <a:r>
              <a:rPr b="0" i="0" lang="en" sz="1200" u="none" cap="none" strike="noStrike">
                <a:solidFill>
                  <a:srgbClr val="000000"/>
                </a:solidFill>
                <a:latin typeface="Arial"/>
                <a:ea typeface="Arial"/>
                <a:cs typeface="Arial"/>
                <a:sym typeface="Arial"/>
              </a:rPr>
              <a:t>, not improving profitability</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Discounts may be increasing number of orders (volume), but </a:t>
            </a:r>
            <a:r>
              <a:rPr b="1" i="0" lang="en" sz="1200" u="none" cap="none" strike="noStrike">
                <a:solidFill>
                  <a:srgbClr val="000000"/>
                </a:solidFill>
                <a:latin typeface="Arial"/>
                <a:ea typeface="Arial"/>
                <a:cs typeface="Arial"/>
                <a:sym typeface="Arial"/>
              </a:rPr>
              <a:t>destroying per-order profitability</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06" name="Shape 506"/>
        <p:cNvGrpSpPr/>
        <p:nvPr/>
      </p:nvGrpSpPr>
      <p:grpSpPr>
        <a:xfrm>
          <a:off x="0" y="0"/>
          <a:ext cx="0" cy="0"/>
          <a:chOff x="0" y="0"/>
          <a:chExt cx="0" cy="0"/>
        </a:xfrm>
      </p:grpSpPr>
      <p:sp>
        <p:nvSpPr>
          <p:cNvPr id="507" name="Google Shape;507;p6"/>
          <p:cNvSpPr txBox="1"/>
          <p:nvPr/>
        </p:nvSpPr>
        <p:spPr>
          <a:xfrm>
            <a:off x="713400" y="15212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7</a:t>
            </a:r>
            <a:r>
              <a:rPr b="0" i="0" lang="en" sz="2400" u="none" cap="none" strike="noStrike">
                <a:solidFill>
                  <a:srgbClr val="000000"/>
                </a:solidFill>
                <a:latin typeface="Playfair Display Black"/>
                <a:ea typeface="Playfair Display Black"/>
                <a:cs typeface="Playfair Display Black"/>
                <a:sym typeface="Playfair Display Black"/>
              </a:rPr>
              <a:t> - Return Impact on Revenue </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508" name="Google Shape;508;p6"/>
          <p:cNvPicPr preferRelativeResize="0"/>
          <p:nvPr/>
        </p:nvPicPr>
        <p:blipFill rotWithShape="1">
          <a:blip r:embed="rId3">
            <a:alphaModFix/>
          </a:blip>
          <a:srcRect b="0" l="0" r="0" t="0"/>
          <a:stretch/>
        </p:blipFill>
        <p:spPr>
          <a:xfrm>
            <a:off x="73250" y="1001600"/>
            <a:ext cx="2633950" cy="651553"/>
          </a:xfrm>
          <a:prstGeom prst="rect">
            <a:avLst/>
          </a:prstGeom>
          <a:noFill/>
          <a:ln>
            <a:noFill/>
          </a:ln>
        </p:spPr>
      </p:pic>
      <p:sp>
        <p:nvSpPr>
          <p:cNvPr id="509" name="Google Shape;509;p6"/>
          <p:cNvSpPr txBox="1"/>
          <p:nvPr/>
        </p:nvSpPr>
        <p:spPr>
          <a:xfrm>
            <a:off x="2733450" y="652950"/>
            <a:ext cx="6694500" cy="191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1. Significant Revenue Reversal</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A loss of </a:t>
            </a:r>
            <a:r>
              <a:rPr b="1" i="0" lang="en" sz="1200" u="none" cap="none" strike="noStrike">
                <a:solidFill>
                  <a:srgbClr val="000000"/>
                </a:solidFill>
                <a:latin typeface="Arial"/>
                <a:ea typeface="Arial"/>
                <a:cs typeface="Arial"/>
                <a:sym typeface="Arial"/>
              </a:rPr>
              <a:t>434K revenue</a:t>
            </a:r>
            <a:r>
              <a:rPr b="0" i="0" lang="en" sz="1200" u="none" cap="none" strike="noStrike">
                <a:solidFill>
                  <a:srgbClr val="000000"/>
                </a:solidFill>
                <a:latin typeface="Arial"/>
                <a:ea typeface="Arial"/>
                <a:cs typeface="Arial"/>
                <a:sym typeface="Arial"/>
              </a:rPr>
              <a:t> indicates a </a:t>
            </a:r>
            <a:r>
              <a:rPr b="1" i="0" lang="en" sz="1200" u="none" cap="none" strike="noStrike">
                <a:solidFill>
                  <a:srgbClr val="000000"/>
                </a:solidFill>
                <a:latin typeface="Arial"/>
                <a:ea typeface="Arial"/>
                <a:cs typeface="Arial"/>
                <a:sym typeface="Arial"/>
              </a:rPr>
              <a:t>high volume or high-value returns</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This is not a minor issue — it’s a </a:t>
            </a:r>
            <a:r>
              <a:rPr b="1" i="0" lang="en" sz="1200" u="none" cap="none" strike="noStrike">
                <a:solidFill>
                  <a:srgbClr val="000000"/>
                </a:solidFill>
                <a:latin typeface="Arial"/>
                <a:ea typeface="Arial"/>
                <a:cs typeface="Arial"/>
                <a:sym typeface="Arial"/>
              </a:rPr>
              <a:t>visible dent in topline performance</a:t>
            </a:r>
            <a:endParaRPr b="1" i="0" sz="1200" u="none" cap="none" strike="noStrike">
              <a:solidFill>
                <a:srgbClr val="000000"/>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2. Major Profit Leakage</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Profit loss is </a:t>
            </a:r>
            <a:r>
              <a:rPr b="1" i="0" lang="en" sz="1200" u="none" cap="none" strike="noStrike">
                <a:solidFill>
                  <a:srgbClr val="000000"/>
                </a:solidFill>
                <a:latin typeface="Arial"/>
                <a:ea typeface="Arial"/>
                <a:cs typeface="Arial"/>
                <a:sym typeface="Arial"/>
              </a:rPr>
              <a:t>228K</a:t>
            </a:r>
            <a:r>
              <a:rPr b="0" i="0" lang="en" sz="1200" u="none" cap="none" strike="noStrike">
                <a:solidFill>
                  <a:srgbClr val="000000"/>
                </a:solidFill>
                <a:latin typeface="Arial"/>
                <a:ea typeface="Arial"/>
                <a:cs typeface="Arial"/>
                <a:sym typeface="Arial"/>
              </a:rPr>
              <a:t>, which is more than </a:t>
            </a:r>
            <a:r>
              <a:rPr b="1" i="0" lang="en" sz="1200" u="none" cap="none" strike="noStrike">
                <a:solidFill>
                  <a:srgbClr val="000000"/>
                </a:solidFill>
                <a:latin typeface="Arial"/>
                <a:ea typeface="Arial"/>
                <a:cs typeface="Arial"/>
                <a:sym typeface="Arial"/>
              </a:rPr>
              <a:t>50% of the revenue lost</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This shows returns are not just reversing sales — they are </a:t>
            </a:r>
            <a:r>
              <a:rPr b="1" i="0" lang="en" sz="1200" u="none" cap="none" strike="noStrike">
                <a:solidFill>
                  <a:srgbClr val="000000"/>
                </a:solidFill>
                <a:latin typeface="Arial"/>
                <a:ea typeface="Arial"/>
                <a:cs typeface="Arial"/>
                <a:sym typeface="Arial"/>
              </a:rPr>
              <a:t>directly eroding margins</a:t>
            </a:r>
            <a:endParaRPr b="1" i="0" sz="1200" u="none" cap="none" strike="noStrike">
              <a:solidFill>
                <a:srgbClr val="000000"/>
              </a:solidFill>
              <a:latin typeface="Arial"/>
              <a:ea typeface="Arial"/>
              <a:cs typeface="Arial"/>
              <a:sym typeface="Arial"/>
            </a:endParaRPr>
          </a:p>
        </p:txBody>
      </p:sp>
      <p:sp>
        <p:nvSpPr>
          <p:cNvPr id="510" name="Google Shape;510;p6"/>
          <p:cNvSpPr txBox="1"/>
          <p:nvPr/>
        </p:nvSpPr>
        <p:spPr>
          <a:xfrm>
            <a:off x="1405500" y="2742875"/>
            <a:ext cx="63330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8</a:t>
            </a:r>
            <a:r>
              <a:rPr b="0" i="0" lang="en" sz="2400" u="none" cap="none" strike="noStrike">
                <a:solidFill>
                  <a:srgbClr val="000000"/>
                </a:solidFill>
                <a:latin typeface="Playfair Display Black"/>
                <a:ea typeface="Playfair Display Black"/>
                <a:cs typeface="Playfair Display Black"/>
                <a:sym typeface="Playfair Display Black"/>
              </a:rPr>
              <a:t> - Return Reason Analysis </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511" name="Google Shape;511;p6"/>
          <p:cNvPicPr preferRelativeResize="0"/>
          <p:nvPr/>
        </p:nvPicPr>
        <p:blipFill rotWithShape="1">
          <a:blip r:embed="rId4">
            <a:alphaModFix/>
          </a:blip>
          <a:srcRect b="0" l="0" r="0" t="0"/>
          <a:stretch/>
        </p:blipFill>
        <p:spPr>
          <a:xfrm>
            <a:off x="73250" y="3468100"/>
            <a:ext cx="3495675" cy="1485900"/>
          </a:xfrm>
          <a:prstGeom prst="rect">
            <a:avLst/>
          </a:prstGeom>
          <a:noFill/>
          <a:ln>
            <a:noFill/>
          </a:ln>
        </p:spPr>
      </p:pic>
      <p:sp>
        <p:nvSpPr>
          <p:cNvPr id="512" name="Google Shape;512;p6"/>
          <p:cNvSpPr txBox="1"/>
          <p:nvPr/>
        </p:nvSpPr>
        <p:spPr>
          <a:xfrm>
            <a:off x="3481200" y="3468100"/>
            <a:ext cx="5662800" cy="12930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rgbClr val="000000"/>
              </a:buClr>
              <a:buSzPts val="1200"/>
              <a:buFont typeface="Arial"/>
              <a:buChar char="●"/>
            </a:pPr>
            <a:r>
              <a:rPr b="1" i="0" lang="en" sz="1200" u="none" cap="none" strike="noStrike">
                <a:solidFill>
                  <a:srgbClr val="000000"/>
                </a:solidFill>
                <a:latin typeface="Arial"/>
                <a:ea typeface="Arial"/>
                <a:cs typeface="Arial"/>
                <a:sym typeface="Arial"/>
              </a:rPr>
              <a:t>Top 3 causes (Wrong Item, Quality Issue, Changed Mind)</a:t>
            </a:r>
            <a:r>
              <a:rPr b="0" i="0" lang="en" sz="1200" u="none" cap="none" strike="noStrike">
                <a:solidFill>
                  <a:srgbClr val="000000"/>
                </a:solidFill>
                <a:latin typeface="Arial"/>
                <a:ea typeface="Arial"/>
                <a:cs typeface="Arial"/>
                <a:sym typeface="Arial"/>
              </a:rPr>
              <a:t> drive majority of losses</a:t>
            </a:r>
            <a:endParaRPr b="0" i="0" sz="1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Many issues are </a:t>
            </a:r>
            <a:r>
              <a:rPr b="1" i="0" lang="en" sz="1200" u="none" cap="none" strike="noStrike">
                <a:solidFill>
                  <a:srgbClr val="000000"/>
                </a:solidFill>
                <a:latin typeface="Arial"/>
                <a:ea typeface="Arial"/>
                <a:cs typeface="Arial"/>
                <a:sym typeface="Arial"/>
              </a:rPr>
              <a:t>preventable (operations + product quality)</a:t>
            </a:r>
            <a:endParaRPr b="1" i="0" sz="1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“UNKNOWN” reason shows </a:t>
            </a:r>
            <a:r>
              <a:rPr b="1" i="0" lang="en" sz="1200" u="none" cap="none" strike="noStrike">
                <a:solidFill>
                  <a:srgbClr val="000000"/>
                </a:solidFill>
                <a:latin typeface="Arial"/>
                <a:ea typeface="Arial"/>
                <a:cs typeface="Arial"/>
                <a:sym typeface="Arial"/>
              </a:rPr>
              <a:t>data quality gap</a:t>
            </a:r>
            <a:endParaRPr b="1" i="0" sz="1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16" name="Shape 516"/>
        <p:cNvGrpSpPr/>
        <p:nvPr/>
      </p:nvGrpSpPr>
      <p:grpSpPr>
        <a:xfrm>
          <a:off x="0" y="0"/>
          <a:ext cx="0" cy="0"/>
          <a:chOff x="0" y="0"/>
          <a:chExt cx="0" cy="0"/>
        </a:xfrm>
      </p:grpSpPr>
      <p:sp>
        <p:nvSpPr>
          <p:cNvPr id="517" name="Google Shape;517;p7"/>
          <p:cNvSpPr txBox="1"/>
          <p:nvPr/>
        </p:nvSpPr>
        <p:spPr>
          <a:xfrm>
            <a:off x="713400" y="15212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9</a:t>
            </a:r>
            <a:r>
              <a:rPr b="0" i="0" lang="en" sz="2400" u="none" cap="none" strike="noStrike">
                <a:solidFill>
                  <a:srgbClr val="000000"/>
                </a:solidFill>
                <a:latin typeface="Playfair Display Black"/>
                <a:ea typeface="Playfair Display Black"/>
                <a:cs typeface="Playfair Display Black"/>
                <a:sym typeface="Playfair Display Black"/>
              </a:rPr>
              <a:t> - Logistics Cost Burden</a:t>
            </a:r>
            <a:endParaRPr b="0" i="0" sz="2400" u="none" cap="none" strike="noStrike">
              <a:solidFill>
                <a:srgbClr val="000000"/>
              </a:solidFill>
              <a:latin typeface="Playfair Display Black"/>
              <a:ea typeface="Playfair Display Black"/>
              <a:cs typeface="Playfair Display Black"/>
              <a:sym typeface="Playfair Display Black"/>
            </a:endParaRPr>
          </a:p>
        </p:txBody>
      </p:sp>
      <p:sp>
        <p:nvSpPr>
          <p:cNvPr id="518" name="Google Shape;518;p7"/>
          <p:cNvSpPr txBox="1"/>
          <p:nvPr/>
        </p:nvSpPr>
        <p:spPr>
          <a:xfrm>
            <a:off x="4696350" y="905075"/>
            <a:ext cx="4025100" cy="1314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High Logistics Cost % Across Orders </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Many orders have </a:t>
            </a:r>
            <a:r>
              <a:rPr b="1" i="0" lang="en" sz="1200" u="none" cap="none" strike="noStrike">
                <a:solidFill>
                  <a:srgbClr val="000000"/>
                </a:solidFill>
                <a:latin typeface="Arial"/>
                <a:ea typeface="Arial"/>
                <a:cs typeface="Arial"/>
                <a:sym typeface="Arial"/>
              </a:rPr>
              <a:t>logistics cost &gt; 20%</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Some even reach </a:t>
            </a:r>
            <a:r>
              <a:rPr b="1" i="0" lang="en" sz="1200" u="none" cap="none" strike="noStrike">
                <a:solidFill>
                  <a:srgbClr val="000000"/>
                </a:solidFill>
                <a:latin typeface="Arial"/>
                <a:ea typeface="Arial"/>
                <a:cs typeface="Arial"/>
                <a:sym typeface="Arial"/>
              </a:rPr>
              <a:t>30%–42%</a:t>
            </a:r>
            <a:r>
              <a:rPr b="0" i="0" lang="en" sz="1200" u="none" cap="none" strike="noStrike">
                <a:solidFill>
                  <a:srgbClr val="000000"/>
                </a:solidFill>
                <a:latin typeface="Arial"/>
                <a:ea typeface="Arial"/>
                <a:cs typeface="Arial"/>
                <a:sym typeface="Arial"/>
              </a:rPr>
              <a:t>, which is very high</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200"/>
              <a:buFont typeface="Arial"/>
              <a:buNone/>
            </a:pPr>
            <a:r>
              <a:rPr b="0" i="0" lang="en" sz="1200" u="none" cap="none" strike="noStrike">
                <a:solidFill>
                  <a:srgbClr val="000000"/>
                </a:solidFill>
                <a:latin typeface="Arial"/>
                <a:ea typeface="Arial"/>
                <a:cs typeface="Arial"/>
                <a:sym typeface="Arial"/>
              </a:rPr>
              <a:t>This indicates </a:t>
            </a:r>
            <a:r>
              <a:rPr b="1" i="0" lang="en" sz="1200" u="none" cap="none" strike="noStrike">
                <a:solidFill>
                  <a:srgbClr val="000000"/>
                </a:solidFill>
                <a:latin typeface="Arial"/>
                <a:ea typeface="Arial"/>
                <a:cs typeface="Arial"/>
                <a:sym typeface="Arial"/>
              </a:rPr>
              <a:t>serious cost inefficiency in fulfillment</a:t>
            </a:r>
            <a:endParaRPr b="1" i="0" sz="1200" u="none" cap="none" strike="noStrike">
              <a:solidFill>
                <a:srgbClr val="000000"/>
              </a:solidFill>
              <a:latin typeface="Arial"/>
              <a:ea typeface="Arial"/>
              <a:cs typeface="Arial"/>
              <a:sym typeface="Arial"/>
            </a:endParaRPr>
          </a:p>
        </p:txBody>
      </p:sp>
      <p:pic>
        <p:nvPicPr>
          <p:cNvPr id="519" name="Google Shape;519;p7"/>
          <p:cNvPicPr preferRelativeResize="0"/>
          <p:nvPr/>
        </p:nvPicPr>
        <p:blipFill rotWithShape="1">
          <a:blip r:embed="rId3">
            <a:alphaModFix/>
          </a:blip>
          <a:srcRect b="40772" l="0" r="0" t="0"/>
          <a:stretch/>
        </p:blipFill>
        <p:spPr>
          <a:xfrm>
            <a:off x="191975" y="905075"/>
            <a:ext cx="4105275" cy="1579625"/>
          </a:xfrm>
          <a:prstGeom prst="rect">
            <a:avLst/>
          </a:prstGeom>
          <a:noFill/>
          <a:ln>
            <a:noFill/>
          </a:ln>
        </p:spPr>
      </p:pic>
      <p:sp>
        <p:nvSpPr>
          <p:cNvPr id="520" name="Google Shape;520;p7"/>
          <p:cNvSpPr txBox="1"/>
          <p:nvPr/>
        </p:nvSpPr>
        <p:spPr>
          <a:xfrm>
            <a:off x="1484550" y="2691300"/>
            <a:ext cx="61749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10</a:t>
            </a:r>
            <a:r>
              <a:rPr b="0" i="0" lang="en" sz="2400" u="none" cap="none" strike="noStrike">
                <a:solidFill>
                  <a:srgbClr val="000000"/>
                </a:solidFill>
                <a:latin typeface="Playfair Display Black"/>
                <a:ea typeface="Playfair Display Black"/>
                <a:cs typeface="Playfair Display Black"/>
                <a:sym typeface="Playfair Display Black"/>
              </a:rPr>
              <a:t> - Payment Fee Leakage</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521" name="Google Shape;521;p7"/>
          <p:cNvPicPr preferRelativeResize="0"/>
          <p:nvPr/>
        </p:nvPicPr>
        <p:blipFill rotWithShape="1">
          <a:blip r:embed="rId4">
            <a:alphaModFix/>
          </a:blip>
          <a:srcRect b="0" l="0" r="0" t="0"/>
          <a:stretch/>
        </p:blipFill>
        <p:spPr>
          <a:xfrm>
            <a:off x="60075" y="3397800"/>
            <a:ext cx="4924425" cy="1153550"/>
          </a:xfrm>
          <a:prstGeom prst="rect">
            <a:avLst/>
          </a:prstGeom>
          <a:noFill/>
          <a:ln>
            <a:noFill/>
          </a:ln>
        </p:spPr>
      </p:pic>
      <p:sp>
        <p:nvSpPr>
          <p:cNvPr id="522" name="Google Shape;522;p7"/>
          <p:cNvSpPr txBox="1"/>
          <p:nvPr/>
        </p:nvSpPr>
        <p:spPr>
          <a:xfrm>
            <a:off x="4852425" y="3243900"/>
            <a:ext cx="4105200" cy="16440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UPI is the </a:t>
            </a:r>
            <a:r>
              <a:rPr b="1" i="0" lang="en" sz="1200" u="none" cap="none" strike="noStrike">
                <a:solidFill>
                  <a:srgbClr val="000000"/>
                </a:solidFill>
                <a:latin typeface="Arial"/>
                <a:ea typeface="Arial"/>
                <a:cs typeface="Arial"/>
                <a:sym typeface="Arial"/>
              </a:rPr>
              <a:t>most cost-efficient and profitable payment method</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Cards are popular but </a:t>
            </a:r>
            <a:r>
              <a:rPr b="1" i="0" lang="en" sz="1200" u="none" cap="none" strike="noStrike">
                <a:solidFill>
                  <a:srgbClr val="000000"/>
                </a:solidFill>
                <a:latin typeface="Arial"/>
                <a:ea typeface="Arial"/>
                <a:cs typeface="Arial"/>
                <a:sym typeface="Arial"/>
              </a:rPr>
              <a:t>reduce margins due to high fees</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COD is stable but </a:t>
            </a:r>
            <a:r>
              <a:rPr b="1" i="0" lang="en" sz="1200" u="none" cap="none" strike="noStrike">
                <a:solidFill>
                  <a:srgbClr val="000000"/>
                </a:solidFill>
                <a:latin typeface="Arial"/>
                <a:ea typeface="Arial"/>
                <a:cs typeface="Arial"/>
                <a:sym typeface="Arial"/>
              </a:rPr>
              <a:t>not the most efficient option</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Wallet payments are </a:t>
            </a:r>
            <a:r>
              <a:rPr b="1" i="0" lang="en" sz="1200" u="none" cap="none" strike="noStrike">
                <a:solidFill>
                  <a:srgbClr val="000000"/>
                </a:solidFill>
                <a:latin typeface="Arial"/>
                <a:ea typeface="Arial"/>
                <a:cs typeface="Arial"/>
                <a:sym typeface="Arial"/>
              </a:rPr>
              <a:t>least efficient and highly cost-heavy</a:t>
            </a:r>
            <a:endParaRPr b="1" i="0" sz="12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26" name="Shape 526"/>
        <p:cNvGrpSpPr/>
        <p:nvPr/>
      </p:nvGrpSpPr>
      <p:grpSpPr>
        <a:xfrm>
          <a:off x="0" y="0"/>
          <a:ext cx="0" cy="0"/>
          <a:chOff x="0" y="0"/>
          <a:chExt cx="0" cy="0"/>
        </a:xfrm>
      </p:grpSpPr>
      <p:sp>
        <p:nvSpPr>
          <p:cNvPr id="527" name="Google Shape;527;p8"/>
          <p:cNvSpPr txBox="1"/>
          <p:nvPr/>
        </p:nvSpPr>
        <p:spPr>
          <a:xfrm>
            <a:off x="713400" y="15212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11</a:t>
            </a:r>
            <a:r>
              <a:rPr b="0" i="0" lang="en" sz="2400" u="none" cap="none" strike="noStrike">
                <a:solidFill>
                  <a:srgbClr val="000000"/>
                </a:solidFill>
                <a:latin typeface="Playfair Display Black"/>
                <a:ea typeface="Playfair Display Black"/>
                <a:cs typeface="Playfair Display Black"/>
                <a:sym typeface="Playfair Display Black"/>
              </a:rPr>
              <a:t> - Revenue Leakage Breakdown</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528" name="Google Shape;528;p8"/>
          <p:cNvPicPr preferRelativeResize="0"/>
          <p:nvPr/>
        </p:nvPicPr>
        <p:blipFill rotWithShape="1">
          <a:blip r:embed="rId3">
            <a:alphaModFix/>
          </a:blip>
          <a:srcRect b="0" l="0" r="0" t="0"/>
          <a:stretch/>
        </p:blipFill>
        <p:spPr>
          <a:xfrm>
            <a:off x="152400" y="882925"/>
            <a:ext cx="5572125" cy="2628900"/>
          </a:xfrm>
          <a:prstGeom prst="rect">
            <a:avLst/>
          </a:prstGeom>
          <a:noFill/>
          <a:ln>
            <a:noFill/>
          </a:ln>
        </p:spPr>
      </p:pic>
      <p:pic>
        <p:nvPicPr>
          <p:cNvPr id="529" name="Google Shape;529;p8"/>
          <p:cNvPicPr preferRelativeResize="0"/>
          <p:nvPr/>
        </p:nvPicPr>
        <p:blipFill rotWithShape="1">
          <a:blip r:embed="rId4">
            <a:alphaModFix/>
          </a:blip>
          <a:srcRect b="0" l="0" r="0" t="0"/>
          <a:stretch/>
        </p:blipFill>
        <p:spPr>
          <a:xfrm>
            <a:off x="6080700" y="1331325"/>
            <a:ext cx="2871300" cy="1351200"/>
          </a:xfrm>
          <a:prstGeom prst="rect">
            <a:avLst/>
          </a:prstGeom>
          <a:noFill/>
          <a:ln>
            <a:noFill/>
          </a:ln>
        </p:spPr>
      </p:pic>
      <p:sp>
        <p:nvSpPr>
          <p:cNvPr id="530" name="Google Shape;530;p8"/>
          <p:cNvSpPr txBox="1"/>
          <p:nvPr/>
        </p:nvSpPr>
        <p:spPr>
          <a:xfrm>
            <a:off x="319200" y="3895875"/>
            <a:ext cx="8111400" cy="1147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SzPts val="1200"/>
              <a:buFont typeface="DM Sans"/>
              <a:buChar char="●"/>
            </a:pPr>
            <a:r>
              <a:rPr b="0" i="0" lang="en" sz="1200" u="none" cap="none" strike="noStrike">
                <a:latin typeface="DM Sans"/>
                <a:ea typeface="DM Sans"/>
                <a:cs typeface="DM Sans"/>
                <a:sym typeface="DM Sans"/>
              </a:rPr>
              <a:t>Highest loss due to Discount suggests over promotion</a:t>
            </a:r>
            <a:endParaRPr b="0" i="0" sz="1200" u="none" cap="none" strike="noStrike">
              <a:latin typeface="DM Sans"/>
              <a:ea typeface="DM Sans"/>
              <a:cs typeface="DM Sans"/>
              <a:sym typeface="DM Sans"/>
            </a:endParaRPr>
          </a:p>
          <a:p>
            <a:pPr indent="-304800" lvl="0" marL="457200" marR="0" rtl="0" algn="l">
              <a:lnSpc>
                <a:spcPct val="100000"/>
              </a:lnSpc>
              <a:spcBef>
                <a:spcPts val="0"/>
              </a:spcBef>
              <a:spcAft>
                <a:spcPts val="0"/>
              </a:spcAft>
              <a:buSzPts val="1200"/>
              <a:buFont typeface="DM Sans"/>
              <a:buChar char="●"/>
            </a:pPr>
            <a:r>
              <a:rPr b="0" i="0" lang="en" sz="1200" u="none" cap="none" strike="noStrike">
                <a:latin typeface="DM Sans"/>
                <a:ea typeface="DM Sans"/>
                <a:cs typeface="DM Sans"/>
                <a:sym typeface="DM Sans"/>
              </a:rPr>
              <a:t>Second highest is due to Returns meaning high customer dissatisfaction due to product / delivery issue</a:t>
            </a:r>
            <a:endParaRPr b="0" i="0" sz="1200" u="none" cap="none" strike="noStrike">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34" name="Shape 534"/>
        <p:cNvGrpSpPr/>
        <p:nvPr/>
      </p:nvGrpSpPr>
      <p:grpSpPr>
        <a:xfrm>
          <a:off x="0" y="0"/>
          <a:ext cx="0" cy="0"/>
          <a:chOff x="0" y="0"/>
          <a:chExt cx="0" cy="0"/>
        </a:xfrm>
      </p:grpSpPr>
      <p:sp>
        <p:nvSpPr>
          <p:cNvPr id="535" name="Google Shape;535;p9"/>
          <p:cNvSpPr txBox="1"/>
          <p:nvPr/>
        </p:nvSpPr>
        <p:spPr>
          <a:xfrm>
            <a:off x="713400" y="15212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12</a:t>
            </a:r>
            <a:r>
              <a:rPr b="0" i="0" lang="en" sz="2400" u="none" cap="none" strike="noStrike">
                <a:solidFill>
                  <a:srgbClr val="000000"/>
                </a:solidFill>
                <a:latin typeface="Playfair Display Black"/>
                <a:ea typeface="Playfair Display Black"/>
                <a:cs typeface="Playfair Display Black"/>
                <a:sym typeface="Playfair Display Black"/>
              </a:rPr>
              <a:t> - Product Profit Ranking</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536" name="Google Shape;536;p9"/>
          <p:cNvPicPr preferRelativeResize="0"/>
          <p:nvPr/>
        </p:nvPicPr>
        <p:blipFill rotWithShape="1">
          <a:blip r:embed="rId3">
            <a:alphaModFix/>
          </a:blip>
          <a:srcRect b="64652" l="0" r="0" t="0"/>
          <a:stretch/>
        </p:blipFill>
        <p:spPr>
          <a:xfrm>
            <a:off x="361975" y="865175"/>
            <a:ext cx="2447925" cy="1303000"/>
          </a:xfrm>
          <a:prstGeom prst="rect">
            <a:avLst/>
          </a:prstGeom>
          <a:noFill/>
          <a:ln>
            <a:noFill/>
          </a:ln>
        </p:spPr>
      </p:pic>
      <p:sp>
        <p:nvSpPr>
          <p:cNvPr id="537" name="Google Shape;537;p9"/>
          <p:cNvSpPr txBox="1"/>
          <p:nvPr/>
        </p:nvSpPr>
        <p:spPr>
          <a:xfrm>
            <a:off x="3233800" y="968025"/>
            <a:ext cx="5542800" cy="1674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Highest profit providing product is 887 of category Home</a:t>
            </a:r>
            <a:endParaRPr b="0" i="0" sz="1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Least profit providing product is 1656 of category Electronics</a:t>
            </a:r>
            <a:endParaRPr b="0" i="0" sz="12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DM Sans"/>
                <a:ea typeface="DM Sans"/>
                <a:cs typeface="DM Sans"/>
                <a:sym typeface="DM Sans"/>
              </a:rPr>
              <a:t> </a:t>
            </a:r>
            <a:endParaRPr b="0" i="0" sz="1200" u="none" cap="none" strike="noStrike">
              <a:solidFill>
                <a:schemeClr val="lt1"/>
              </a:solidFill>
              <a:latin typeface="DM Sans"/>
              <a:ea typeface="DM Sans"/>
              <a:cs typeface="DM Sans"/>
              <a:sym typeface="DM Sans"/>
            </a:endParaRPr>
          </a:p>
        </p:txBody>
      </p:sp>
      <p:sp>
        <p:nvSpPr>
          <p:cNvPr id="538" name="Google Shape;538;p9"/>
          <p:cNvSpPr txBox="1"/>
          <p:nvPr/>
        </p:nvSpPr>
        <p:spPr>
          <a:xfrm>
            <a:off x="713400" y="2294700"/>
            <a:ext cx="77172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13</a:t>
            </a:r>
            <a:r>
              <a:rPr b="0" i="0" lang="en" sz="2400" u="none" cap="none" strike="noStrike">
                <a:solidFill>
                  <a:srgbClr val="000000"/>
                </a:solidFill>
                <a:latin typeface="Playfair Display Black"/>
                <a:ea typeface="Playfair Display Black"/>
                <a:cs typeface="Playfair Display Black"/>
                <a:sym typeface="Playfair Display Black"/>
              </a:rPr>
              <a:t> - Category Margin Stability</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539" name="Google Shape;539;p9"/>
          <p:cNvPicPr preferRelativeResize="0"/>
          <p:nvPr/>
        </p:nvPicPr>
        <p:blipFill rotWithShape="1">
          <a:blip r:embed="rId4">
            <a:alphaModFix/>
          </a:blip>
          <a:srcRect b="0" l="0" r="0" t="0"/>
          <a:stretch/>
        </p:blipFill>
        <p:spPr>
          <a:xfrm>
            <a:off x="152400" y="3133175"/>
            <a:ext cx="3463800" cy="1567200"/>
          </a:xfrm>
          <a:prstGeom prst="rect">
            <a:avLst/>
          </a:prstGeom>
          <a:noFill/>
          <a:ln>
            <a:noFill/>
          </a:ln>
        </p:spPr>
      </p:pic>
      <p:sp>
        <p:nvSpPr>
          <p:cNvPr id="540" name="Google Shape;540;p9"/>
          <p:cNvSpPr txBox="1"/>
          <p:nvPr/>
        </p:nvSpPr>
        <p:spPr>
          <a:xfrm>
            <a:off x="4005450" y="2880425"/>
            <a:ext cx="3967800" cy="2848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High Variation Categories indicates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Inconsistent pricing</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Different discounting strategies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Supplier cost fluctuations</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Low Variation Categories</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Stable and predictable margins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Easier to scale and forecast</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44" name="Shape 544"/>
        <p:cNvGrpSpPr/>
        <p:nvPr/>
      </p:nvGrpSpPr>
      <p:grpSpPr>
        <a:xfrm>
          <a:off x="0" y="0"/>
          <a:ext cx="0" cy="0"/>
          <a:chOff x="0" y="0"/>
          <a:chExt cx="0" cy="0"/>
        </a:xfrm>
      </p:grpSpPr>
      <p:sp>
        <p:nvSpPr>
          <p:cNvPr id="545" name="Google Shape;545;p10"/>
          <p:cNvSpPr txBox="1"/>
          <p:nvPr/>
        </p:nvSpPr>
        <p:spPr>
          <a:xfrm>
            <a:off x="713400" y="15212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14</a:t>
            </a:r>
            <a:r>
              <a:rPr b="0" i="0" lang="en" sz="2400" u="none" cap="none" strike="noStrike">
                <a:solidFill>
                  <a:srgbClr val="000000"/>
                </a:solidFill>
                <a:latin typeface="Playfair Display Black"/>
                <a:ea typeface="Playfair Display Black"/>
                <a:cs typeface="Playfair Display Black"/>
                <a:sym typeface="Playfair Display Black"/>
              </a:rPr>
              <a:t> - High-Risk Customers</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546" name="Google Shape;546;p10"/>
          <p:cNvPicPr preferRelativeResize="0"/>
          <p:nvPr/>
        </p:nvPicPr>
        <p:blipFill rotWithShape="1">
          <a:blip r:embed="rId3">
            <a:alphaModFix/>
          </a:blip>
          <a:srcRect b="0" l="0" r="0" t="0"/>
          <a:stretch/>
        </p:blipFill>
        <p:spPr>
          <a:xfrm>
            <a:off x="515288" y="896100"/>
            <a:ext cx="3629025" cy="3733800"/>
          </a:xfrm>
          <a:prstGeom prst="rect">
            <a:avLst/>
          </a:prstGeom>
          <a:noFill/>
          <a:ln>
            <a:noFill/>
          </a:ln>
        </p:spPr>
      </p:pic>
      <p:sp>
        <p:nvSpPr>
          <p:cNvPr id="547" name="Google Shape;547;p10"/>
          <p:cNvSpPr txBox="1"/>
          <p:nvPr/>
        </p:nvSpPr>
        <p:spPr>
          <a:xfrm>
            <a:off x="4787425" y="875400"/>
            <a:ext cx="3000000" cy="3775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High-Risk Customers</a:t>
            </a:r>
            <a:endParaRPr b="1" i="0" sz="1200" u="none" cap="none" strike="noStrike">
              <a:solidFill>
                <a:srgbClr val="000000"/>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Possible reasons for frequently return orders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Misuse (wardrobing, abuse)</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Poor product fit</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Wrong expectations</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8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Actions</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Restrict return policy (for these users)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Limit COD or free returns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Provide better product recommendations</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120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51" name="Shape 551"/>
        <p:cNvGrpSpPr/>
        <p:nvPr/>
      </p:nvGrpSpPr>
      <p:grpSpPr>
        <a:xfrm>
          <a:off x="0" y="0"/>
          <a:ext cx="0" cy="0"/>
          <a:chOff x="0" y="0"/>
          <a:chExt cx="0" cy="0"/>
        </a:xfrm>
      </p:grpSpPr>
      <p:sp>
        <p:nvSpPr>
          <p:cNvPr id="552" name="Google Shape;552;p11"/>
          <p:cNvSpPr txBox="1"/>
          <p:nvPr/>
        </p:nvSpPr>
        <p:spPr>
          <a:xfrm>
            <a:off x="713400" y="15212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Task </a:t>
            </a:r>
            <a:r>
              <a:rPr b="0" i="0" lang="en" sz="2400" u="none" cap="none" strike="noStrike">
                <a:solidFill>
                  <a:srgbClr val="000000"/>
                </a:solidFill>
                <a:latin typeface="DM Sans Black"/>
                <a:ea typeface="DM Sans Black"/>
                <a:cs typeface="DM Sans Black"/>
                <a:sym typeface="DM Sans Black"/>
              </a:rPr>
              <a:t>15</a:t>
            </a:r>
            <a:r>
              <a:rPr b="0" i="0" lang="en" sz="2400" u="none" cap="none" strike="noStrike">
                <a:solidFill>
                  <a:srgbClr val="000000"/>
                </a:solidFill>
                <a:latin typeface="Playfair Display Black"/>
                <a:ea typeface="Playfair Display Black"/>
                <a:cs typeface="Playfair Display Black"/>
                <a:sym typeface="Playfair Display Black"/>
              </a:rPr>
              <a:t> - Executive Profitability Summary</a:t>
            </a:r>
            <a:endParaRPr b="0" i="0" sz="2400" u="none" cap="none" strike="noStrike">
              <a:solidFill>
                <a:srgbClr val="000000"/>
              </a:solidFill>
              <a:latin typeface="Playfair Display Black"/>
              <a:ea typeface="Playfair Display Black"/>
              <a:cs typeface="Playfair Display Black"/>
              <a:sym typeface="Playfair Display Black"/>
            </a:endParaRPr>
          </a:p>
        </p:txBody>
      </p:sp>
      <p:pic>
        <p:nvPicPr>
          <p:cNvPr id="553" name="Google Shape;553;p11"/>
          <p:cNvPicPr preferRelativeResize="0"/>
          <p:nvPr/>
        </p:nvPicPr>
        <p:blipFill rotWithShape="1">
          <a:blip r:embed="rId3">
            <a:alphaModFix/>
          </a:blip>
          <a:srcRect b="0" l="0" r="0" t="0"/>
          <a:stretch/>
        </p:blipFill>
        <p:spPr>
          <a:xfrm>
            <a:off x="741263" y="1199500"/>
            <a:ext cx="7661475" cy="561122"/>
          </a:xfrm>
          <a:prstGeom prst="rect">
            <a:avLst/>
          </a:prstGeom>
          <a:noFill/>
          <a:ln>
            <a:noFill/>
          </a:ln>
        </p:spPr>
      </p:pic>
      <p:sp>
        <p:nvSpPr>
          <p:cNvPr id="554" name="Google Shape;554;p11"/>
          <p:cNvSpPr txBox="1"/>
          <p:nvPr/>
        </p:nvSpPr>
        <p:spPr>
          <a:xfrm>
            <a:off x="136650" y="2229600"/>
            <a:ext cx="8776800" cy="202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Despite strong sales, profitability is reduced due to heavy discounting and high return losses, with additional impact from logistics and payment fees. The business must optimize promotions and reduce returns to improve margins.</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8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Strategic Recommendations</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Reduce blanket discounts → move to targeted offers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Fix return drivers → quality, description, delivery</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Introduce minimum order value → control logistics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Promote low-fee payment methods (UPI, etc.)</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558" name="Shape 558"/>
        <p:cNvGrpSpPr/>
        <p:nvPr/>
      </p:nvGrpSpPr>
      <p:grpSpPr>
        <a:xfrm>
          <a:off x="0" y="0"/>
          <a:ext cx="0" cy="0"/>
          <a:chOff x="0" y="0"/>
          <a:chExt cx="0" cy="0"/>
        </a:xfrm>
      </p:grpSpPr>
      <p:sp>
        <p:nvSpPr>
          <p:cNvPr id="559" name="Google Shape;559;p12"/>
          <p:cNvSpPr txBox="1"/>
          <p:nvPr/>
        </p:nvSpPr>
        <p:spPr>
          <a:xfrm>
            <a:off x="713400" y="152125"/>
            <a:ext cx="7717200" cy="578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Playfair Display Black"/>
                <a:ea typeface="Playfair Display Black"/>
                <a:cs typeface="Playfair Display Black"/>
                <a:sym typeface="Playfair Display Black"/>
              </a:rPr>
              <a:t>Conclusion</a:t>
            </a:r>
            <a:endParaRPr b="0" i="0" sz="2400" u="none" cap="none" strike="noStrike">
              <a:solidFill>
                <a:srgbClr val="000000"/>
              </a:solidFill>
              <a:latin typeface="Playfair Display Black"/>
              <a:ea typeface="Playfair Display Black"/>
              <a:cs typeface="Playfair Display Black"/>
              <a:sym typeface="Playfair Display Black"/>
            </a:endParaRPr>
          </a:p>
        </p:txBody>
      </p:sp>
      <p:sp>
        <p:nvSpPr>
          <p:cNvPr id="560" name="Google Shape;560;p12"/>
          <p:cNvSpPr txBox="1"/>
          <p:nvPr/>
        </p:nvSpPr>
        <p:spPr>
          <a:xfrm>
            <a:off x="136650" y="617100"/>
            <a:ext cx="8776800" cy="45264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120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The business is fundamentally strong in terms of revenue and base profitability, but actual profit is significantly impacted by operational and strategic leakages.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Profit is </a:t>
            </a:r>
            <a:r>
              <a:rPr b="1" i="0" lang="en" sz="1200" u="none" cap="none" strike="noStrike">
                <a:solidFill>
                  <a:srgbClr val="000000"/>
                </a:solidFill>
                <a:latin typeface="Arial"/>
                <a:ea typeface="Arial"/>
                <a:cs typeface="Arial"/>
                <a:sym typeface="Arial"/>
              </a:rPr>
              <a:t>not low because of sales, </a:t>
            </a:r>
            <a:r>
              <a:rPr b="0" i="0" lang="en" sz="1200" u="none" cap="none" strike="noStrike">
                <a:solidFill>
                  <a:srgbClr val="000000"/>
                </a:solidFill>
                <a:latin typeface="Arial"/>
                <a:ea typeface="Arial"/>
                <a:cs typeface="Arial"/>
                <a:sym typeface="Arial"/>
              </a:rPr>
              <a:t>but because of:</a:t>
            </a:r>
            <a:endParaRPr b="0"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Excessive discounts</a:t>
            </a:r>
            <a:endParaRPr b="0"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High return rates</a:t>
            </a:r>
            <a:endParaRPr b="0"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Inefficient logistics</a:t>
            </a:r>
            <a:endParaRPr b="0"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Payment fee leakage</a:t>
            </a:r>
            <a:endParaRPr b="0" i="0" sz="1200" u="none" cap="none" strike="noStrike">
              <a:solidFill>
                <a:srgbClr val="000000"/>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1200"/>
              <a:buFont typeface="Arial"/>
              <a:buNone/>
            </a:pPr>
            <a:r>
              <a:rPr b="1" i="0" lang="en" sz="1200" u="none" cap="none" strike="noStrike">
                <a:solidFill>
                  <a:srgbClr val="000000"/>
                </a:solidFill>
                <a:latin typeface="Arial"/>
                <a:ea typeface="Arial"/>
                <a:cs typeface="Arial"/>
                <a:sym typeface="Arial"/>
              </a:rPr>
              <a:t>Strategic Focus Areas:</a:t>
            </a:r>
            <a:endParaRPr b="1" i="0" sz="1200" u="none" cap="none" strike="noStrike">
              <a:solidFill>
                <a:srgbClr val="000000"/>
              </a:solidFill>
              <a:latin typeface="Arial"/>
              <a:ea typeface="Arial"/>
              <a:cs typeface="Arial"/>
              <a:sym typeface="Arial"/>
            </a:endParaRPr>
          </a:p>
          <a:p>
            <a:pPr indent="-304800" lvl="0" marL="457200" marR="0" rtl="0" algn="l">
              <a:lnSpc>
                <a:spcPct val="115000"/>
              </a:lnSpc>
              <a:spcBef>
                <a:spcPts val="1200"/>
              </a:spcBef>
              <a:spcAft>
                <a:spcPts val="0"/>
              </a:spcAft>
              <a:buClr>
                <a:srgbClr val="000000"/>
              </a:buClr>
              <a:buSzPts val="1200"/>
              <a:buFont typeface="Arial"/>
              <a:buAutoNum type="arabicPeriod"/>
            </a:pPr>
            <a:r>
              <a:rPr b="1" i="0" lang="en" sz="1200" u="none" cap="none" strike="noStrike">
                <a:solidFill>
                  <a:srgbClr val="000000"/>
                </a:solidFill>
                <a:latin typeface="Arial"/>
                <a:ea typeface="Arial"/>
                <a:cs typeface="Arial"/>
                <a:sym typeface="Arial"/>
              </a:rPr>
              <a:t>Reduce Discount Dependency</a:t>
            </a:r>
            <a:endParaRPr b="1"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Shift from blanket to targeted promotions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AutoNum type="arabicPeriod"/>
            </a:pPr>
            <a:r>
              <a:rPr b="1" i="0" lang="en" sz="1200" u="none" cap="none" strike="noStrike">
                <a:solidFill>
                  <a:srgbClr val="000000"/>
                </a:solidFill>
                <a:latin typeface="Arial"/>
                <a:ea typeface="Arial"/>
                <a:cs typeface="Arial"/>
                <a:sym typeface="Arial"/>
              </a:rPr>
              <a:t>Control Returns</a:t>
            </a:r>
            <a:endParaRPr b="1"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Improve product quality &amp; delivery accuracy</a:t>
            </a:r>
            <a:endParaRPr b="0"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Identify and restrict high-risk customers</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AutoNum type="arabicPeriod"/>
            </a:pPr>
            <a:r>
              <a:rPr b="1" i="0" lang="en" sz="1200" u="none" cap="none" strike="noStrike">
                <a:solidFill>
                  <a:srgbClr val="000000"/>
                </a:solidFill>
                <a:latin typeface="Arial"/>
                <a:ea typeface="Arial"/>
                <a:cs typeface="Arial"/>
                <a:sym typeface="Arial"/>
              </a:rPr>
              <a:t>Optimize Logistics</a:t>
            </a:r>
            <a:endParaRPr b="1"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Introduce minimum order value</a:t>
            </a:r>
            <a:endParaRPr b="0"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Improve delivery efficiency</a:t>
            </a:r>
            <a:endParaRPr b="0" i="0" sz="1200" u="none" cap="none" strike="noStrike">
              <a:solidFill>
                <a:srgbClr val="000000"/>
              </a:solidFill>
              <a:latin typeface="Arial"/>
              <a:ea typeface="Arial"/>
              <a:cs typeface="Arial"/>
              <a:sym typeface="Arial"/>
            </a:endParaRPr>
          </a:p>
          <a:p>
            <a:pPr indent="-304800" lvl="0" marL="457200" marR="0" rtl="0" algn="l">
              <a:lnSpc>
                <a:spcPct val="115000"/>
              </a:lnSpc>
              <a:spcBef>
                <a:spcPts val="0"/>
              </a:spcBef>
              <a:spcAft>
                <a:spcPts val="0"/>
              </a:spcAft>
              <a:buClr>
                <a:srgbClr val="000000"/>
              </a:buClr>
              <a:buSzPts val="1200"/>
              <a:buFont typeface="Arial"/>
              <a:buAutoNum type="arabicPeriod"/>
            </a:pPr>
            <a:r>
              <a:rPr b="1" i="0" lang="en" sz="1200" u="none" cap="none" strike="noStrike">
                <a:solidFill>
                  <a:srgbClr val="000000"/>
                </a:solidFill>
                <a:latin typeface="Arial"/>
                <a:ea typeface="Arial"/>
                <a:cs typeface="Arial"/>
                <a:sym typeface="Arial"/>
              </a:rPr>
              <a:t>Improve Payment Mix</a:t>
            </a:r>
            <a:endParaRPr b="1"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Promote UPI</a:t>
            </a:r>
            <a:endParaRPr b="0" i="0" sz="1200" u="none" cap="none" strike="noStrike">
              <a:solidFill>
                <a:srgbClr val="000000"/>
              </a:solidFill>
              <a:latin typeface="Arial"/>
              <a:ea typeface="Arial"/>
              <a:cs typeface="Arial"/>
              <a:sym typeface="Arial"/>
            </a:endParaRPr>
          </a:p>
          <a:p>
            <a:pPr indent="-304800" lvl="1" marL="914400" marR="0" rtl="0" algn="l">
              <a:lnSpc>
                <a:spcPct val="115000"/>
              </a:lnSpc>
              <a:spcBef>
                <a:spcPts val="0"/>
              </a:spcBef>
              <a:spcAft>
                <a:spcPts val="0"/>
              </a:spcAft>
              <a:buClr>
                <a:srgbClr val="000000"/>
              </a:buClr>
              <a:buSzPts val="1200"/>
              <a:buFont typeface="Arial"/>
              <a:buChar char="○"/>
            </a:pPr>
            <a:r>
              <a:rPr b="0" i="0" lang="en" sz="1200" u="none" cap="none" strike="noStrike">
                <a:solidFill>
                  <a:srgbClr val="000000"/>
                </a:solidFill>
                <a:latin typeface="Arial"/>
                <a:ea typeface="Arial"/>
                <a:cs typeface="Arial"/>
                <a:sym typeface="Arial"/>
              </a:rPr>
              <a:t>Reduce high-fee payment usage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